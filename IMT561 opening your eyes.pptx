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7" r:id="rId4"/>
    <p:sldMasterId id="214748370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Gowun Batang"/>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GowunBatang-bold.fntdata"/><Relationship Id="rId27" Type="http://schemas.openxmlformats.org/officeDocument/2006/relationships/font" Target="fonts/GowunBatang-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d4ad824d90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d4ad824d90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d4ad824d90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d4ad824d90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d4ad824d90_0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d4ad824d90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d4ad824d90_0_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d4ad824d90_0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d4ad824d90_0_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d4ad824d90_0_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d4ad824d90_0_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d4ad824d90_0_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d4ad824d90_0_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d4ad824d90_0_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d4ad824d90_0_9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d4ad824d90_0_9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d4ad824d90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d4ad824d90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d4ad824d90_0_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d4ad824d90_0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d4ad824d90_0_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d4ad824d90_0_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d4ad824d90_0_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d4ad824d90_0_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d4ad824d90_0_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d4ad824d90_0_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d4ad824d90_0_9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d4ad824d90_0_9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d4ad824d90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d4ad824d90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d4ad824d90_0_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d4ad824d90_0_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Observation 1</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This visualization is designed for users who want to scan many stocks quickly. It communicates short-term movement through price, color, and mini trend lines, and it works well for fast comparison in a compact space. The intended audience seems to be users who already have some familiarity with financial apps and market tracking.</a:t>
            </a:r>
            <a:endParaRPr b="1">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Observation 2</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However, the visualization is less accessible and less informative than it first appears. The small sparkline charts show general direction, but without a visible axis or scale, they can be easy to overinterpret. The strong reliance on red and green also creates an accessibility issue for some users with color vision limitations. A more accessible version could use symbols, clearer labels, or optional expanded charts for comparison.</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d4ad824d90_0_8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d4ad824d90_0_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Observation 1</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This visualization is trying to answer a very practical question: which route should I take right now? It works well because the route, estimated travel time, and travel modes are all visible quickly. The map uses color, icons, and layout effectively to support immediate decision-making.</a:t>
            </a:r>
            <a:endParaRPr b="1">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Observation 2</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At the same time, the screen is visually crowded. The route line, travel time, transportation options, map labels, buttons, and descriptive text all compete for attention on a small mobile display. This design is useful, but it depends heavily on visual hierarchy to stay readable. A cleaner version might hide secondary details until the user taps for more information.</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d4ad824d90_0_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d4ad824d90_0_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d4ad824d90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d4ad824d90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d4ad824d90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d4ad824d90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with header and footer" type="title">
  <p:cSld name="TITLE">
    <p:spTree>
      <p:nvGrpSpPr>
        <p:cNvPr id="54" name="Shape 54"/>
        <p:cNvGrpSpPr/>
        <p:nvPr/>
      </p:nvGrpSpPr>
      <p:grpSpPr>
        <a:xfrm>
          <a:off x="0" y="0"/>
          <a:ext cx="0" cy="0"/>
          <a:chOff x="0" y="0"/>
          <a:chExt cx="0" cy="0"/>
        </a:xfrm>
      </p:grpSpPr>
      <p:sp>
        <p:nvSpPr>
          <p:cNvPr id="55" name="Google Shape;55;p14"/>
          <p:cNvSpPr txBox="1"/>
          <p:nvPr>
            <p:ph idx="1" type="body"/>
          </p:nvPr>
        </p:nvSpPr>
        <p:spPr>
          <a:xfrm>
            <a:off x="228600" y="2856025"/>
            <a:ext cx="1889400" cy="670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6" name="Google Shape;56;p14"/>
          <p:cNvSpPr txBox="1"/>
          <p:nvPr>
            <p:ph idx="2" type="body"/>
          </p:nvPr>
        </p:nvSpPr>
        <p:spPr>
          <a:xfrm>
            <a:off x="228600" y="168075"/>
            <a:ext cx="1889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7" name="Google Shape;57;p14"/>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8" name="Google Shape;58;p14"/>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9" name="Google Shape;59;p14"/>
          <p:cNvSpPr txBox="1"/>
          <p:nvPr>
            <p:ph type="title"/>
          </p:nvPr>
        </p:nvSpPr>
        <p:spPr>
          <a:xfrm>
            <a:off x="228600" y="1909750"/>
            <a:ext cx="6232800" cy="946200"/>
          </a:xfrm>
          <a:prstGeom prst="rect">
            <a:avLst/>
          </a:prstGeom>
        </p:spPr>
        <p:txBody>
          <a:bodyPr anchorCtr="0" anchor="b"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60" name="Google Shape;60;p14"/>
          <p:cNvSpPr txBox="1"/>
          <p:nvPr>
            <p:ph idx="4" type="body"/>
          </p:nvPr>
        </p:nvSpPr>
        <p:spPr>
          <a:xfrm>
            <a:off x="2400300" y="2856025"/>
            <a:ext cx="1889400" cy="670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61" name="Google Shape;61;p14"/>
          <p:cNvSpPr txBox="1"/>
          <p:nvPr>
            <p:ph idx="5" type="body"/>
          </p:nvPr>
        </p:nvSpPr>
        <p:spPr>
          <a:xfrm>
            <a:off x="2400300" y="168075"/>
            <a:ext cx="1889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62" name="Google Shape;62;p14"/>
          <p:cNvSpPr txBox="1"/>
          <p:nvPr>
            <p:ph idx="6" type="body"/>
          </p:nvPr>
        </p:nvSpPr>
        <p:spPr>
          <a:xfrm>
            <a:off x="4572000" y="168075"/>
            <a:ext cx="1889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63" name="Google Shape;63;p14"/>
          <p:cNvSpPr txBox="1"/>
          <p:nvPr>
            <p:ph idx="7" type="body"/>
          </p:nvPr>
        </p:nvSpPr>
        <p:spPr>
          <a:xfrm>
            <a:off x="6743700" y="168075"/>
            <a:ext cx="1889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64" name="Google Shape;64;p14"/>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extLst>
    <p:ext uri="{DCECCB84-F9BA-43D5-87BE-67443E8EF086}">
      <p15:sldGuideLst>
        <p15:guide id="1" orient="horz" pos="1620">
          <p15:clr>
            <a:srgbClr val="E46962"/>
          </p15:clr>
        </p15:guide>
        <p15:guide id="2" pos="2880">
          <p15:clr>
            <a:srgbClr val="E46962"/>
          </p15:clr>
        </p15:guide>
        <p15:guide id="3" pos="144">
          <p15:clr>
            <a:srgbClr val="E46962"/>
          </p15:clr>
        </p15:guide>
        <p15:guide id="4" pos="1512">
          <p15:clr>
            <a:srgbClr val="E46962"/>
          </p15:clr>
        </p15:guide>
        <p15:guide id="5" pos="4248">
          <p15:clr>
            <a:srgbClr val="E46962"/>
          </p15:clr>
        </p15:guide>
        <p15:guide id="6" pos="5616">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65" name="Shape 65"/>
        <p:cNvGrpSpPr/>
        <p:nvPr/>
      </p:nvGrpSpPr>
      <p:grpSpPr>
        <a:xfrm>
          <a:off x="0" y="0"/>
          <a:ext cx="0" cy="0"/>
          <a:chOff x="0" y="0"/>
          <a:chExt cx="0" cy="0"/>
        </a:xfrm>
      </p:grpSpPr>
      <p:sp>
        <p:nvSpPr>
          <p:cNvPr id="66" name="Google Shape;66;p15"/>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7" name="Google Shape;67;p15"/>
          <p:cNvSpPr txBox="1"/>
          <p:nvPr>
            <p:ph type="title"/>
          </p:nvPr>
        </p:nvSpPr>
        <p:spPr>
          <a:xfrm>
            <a:off x="228600" y="1909750"/>
            <a:ext cx="6232800" cy="946200"/>
          </a:xfrm>
          <a:prstGeom prst="rect">
            <a:avLst/>
          </a:prstGeom>
        </p:spPr>
        <p:txBody>
          <a:bodyPr anchorCtr="0" anchor="b"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68" name="Google Shape;68;p15"/>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69" name="Google Shape;69;p15"/>
          <p:cNvSpPr txBox="1"/>
          <p:nvPr>
            <p:ph idx="1" type="subTitle"/>
          </p:nvPr>
        </p:nvSpPr>
        <p:spPr>
          <a:xfrm>
            <a:off x="228600" y="2866225"/>
            <a:ext cx="6232800" cy="649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extLst>
    <p:ext uri="{DCECCB84-F9BA-43D5-87BE-67443E8EF086}">
      <p15:sldGuideLst>
        <p15:guide id="1" orient="horz" pos="1620">
          <p15:clr>
            <a:srgbClr val="E46962"/>
          </p15:clr>
        </p15:guide>
        <p15:guide id="2" pos="2880">
          <p15:clr>
            <a:srgbClr val="E46962"/>
          </p15:clr>
        </p15:guide>
        <p15:guide id="3" pos="144">
          <p15:clr>
            <a:srgbClr val="E46962"/>
          </p15:clr>
        </p15:guide>
        <p15:guide id="4" pos="1512">
          <p15:clr>
            <a:srgbClr val="E46962"/>
          </p15:clr>
        </p15:guide>
        <p15:guide id="5" pos="4248">
          <p15:clr>
            <a:srgbClr val="E46962"/>
          </p15:clr>
        </p15:guide>
        <p15:guide id="6" pos="5616">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1_1">
    <p:spTree>
      <p:nvGrpSpPr>
        <p:cNvPr id="70" name="Shape 70"/>
        <p:cNvGrpSpPr/>
        <p:nvPr/>
      </p:nvGrpSpPr>
      <p:grpSpPr>
        <a:xfrm>
          <a:off x="0" y="0"/>
          <a:ext cx="0" cy="0"/>
          <a:chOff x="0" y="0"/>
          <a:chExt cx="0" cy="0"/>
        </a:xfrm>
      </p:grpSpPr>
      <p:sp>
        <p:nvSpPr>
          <p:cNvPr id="71" name="Google Shape;71;p16"/>
          <p:cNvSpPr txBox="1"/>
          <p:nvPr>
            <p:ph idx="1" type="body"/>
          </p:nvPr>
        </p:nvSpPr>
        <p:spPr>
          <a:xfrm>
            <a:off x="228600" y="2856025"/>
            <a:ext cx="1889400" cy="670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72" name="Google Shape;72;p16"/>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6"/>
          <p:cNvSpPr txBox="1"/>
          <p:nvPr>
            <p:ph type="title"/>
          </p:nvPr>
        </p:nvSpPr>
        <p:spPr>
          <a:xfrm>
            <a:off x="228600" y="1909750"/>
            <a:ext cx="6232800" cy="946200"/>
          </a:xfrm>
          <a:prstGeom prst="rect">
            <a:avLst/>
          </a:prstGeom>
        </p:spPr>
        <p:txBody>
          <a:bodyPr anchorCtr="0" anchor="b"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74" name="Google Shape;74;p16"/>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extLst>
    <p:ext uri="{DCECCB84-F9BA-43D5-87BE-67443E8EF086}">
      <p15:sldGuideLst>
        <p15:guide id="1" orient="horz" pos="1620">
          <p15:clr>
            <a:srgbClr val="E46962"/>
          </p15:clr>
        </p15:guide>
        <p15:guide id="2" pos="2880">
          <p15:clr>
            <a:srgbClr val="E46962"/>
          </p15:clr>
        </p15:guide>
        <p15:guide id="3" pos="144">
          <p15:clr>
            <a:srgbClr val="E46962"/>
          </p15:clr>
        </p15:guide>
        <p15:guide id="4" pos="1512">
          <p15:clr>
            <a:srgbClr val="E46962"/>
          </p15:clr>
        </p15:guide>
        <p15:guide id="5" pos="4248">
          <p15:clr>
            <a:srgbClr val="E46962"/>
          </p15:clr>
        </p15:guide>
        <p15:guide id="6" pos="5616">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ex" type="secHead">
  <p:cSld name="SECTION_HEADER">
    <p:spTree>
      <p:nvGrpSpPr>
        <p:cNvPr id="75" name="Shape 75"/>
        <p:cNvGrpSpPr/>
        <p:nvPr/>
      </p:nvGrpSpPr>
      <p:grpSpPr>
        <a:xfrm>
          <a:off x="0" y="0"/>
          <a:ext cx="0" cy="0"/>
          <a:chOff x="0" y="0"/>
          <a:chExt cx="0" cy="0"/>
        </a:xfrm>
      </p:grpSpPr>
      <p:sp>
        <p:nvSpPr>
          <p:cNvPr id="76" name="Google Shape;76;p17"/>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7" name="Google Shape;77;p17"/>
          <p:cNvSpPr txBox="1"/>
          <p:nvPr>
            <p:ph idx="1" type="subTitle"/>
          </p:nvPr>
        </p:nvSpPr>
        <p:spPr>
          <a:xfrm>
            <a:off x="228600" y="167750"/>
            <a:ext cx="5257800" cy="3105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78" name="Google Shape;78;p17"/>
          <p:cNvSpPr txBox="1"/>
          <p:nvPr>
            <p:ph idx="2"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79" name="Google Shape;79;p17"/>
          <p:cNvCxnSpPr/>
          <p:nvPr/>
        </p:nvCxnSpPr>
        <p:spPr>
          <a:xfrm>
            <a:off x="228600" y="478125"/>
            <a:ext cx="8686800" cy="0"/>
          </a:xfrm>
          <a:prstGeom prst="straightConnector1">
            <a:avLst/>
          </a:prstGeom>
          <a:noFill/>
          <a:ln cap="flat" cmpd="sng" w="9525">
            <a:solidFill>
              <a:schemeClr val="dk2"/>
            </a:solidFill>
            <a:prstDash val="solid"/>
            <a:round/>
            <a:headEnd len="med" w="med" type="none"/>
            <a:tailEnd len="med" w="med" type="none"/>
          </a:ln>
        </p:spPr>
      </p:cxnSp>
      <p:cxnSp>
        <p:nvCxnSpPr>
          <p:cNvPr id="80" name="Google Shape;80;p17"/>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extLst>
    <p:ext uri="{DCECCB84-F9BA-43D5-87BE-67443E8EF086}">
      <p15:sldGuideLst>
        <p15:guide id="1" pos="3456">
          <p15:clr>
            <a:srgbClr val="E46962"/>
          </p15:clr>
        </p15:guide>
        <p15:guide id="2" pos="4752">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ate sheet" type="tx">
  <p:cSld name="TITLE_AND_BODY">
    <p:spTree>
      <p:nvGrpSpPr>
        <p:cNvPr id="81" name="Shape 81"/>
        <p:cNvGrpSpPr/>
        <p:nvPr/>
      </p:nvGrpSpPr>
      <p:grpSpPr>
        <a:xfrm>
          <a:off x="0" y="0"/>
          <a:ext cx="0" cy="0"/>
          <a:chOff x="0" y="0"/>
          <a:chExt cx="0" cy="0"/>
        </a:xfrm>
      </p:grpSpPr>
      <p:sp>
        <p:nvSpPr>
          <p:cNvPr id="82" name="Google Shape;82;p18"/>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3" name="Google Shape;83;p18"/>
          <p:cNvSpPr txBox="1"/>
          <p:nvPr>
            <p:ph type="title"/>
          </p:nvPr>
        </p:nvSpPr>
        <p:spPr>
          <a:xfrm>
            <a:off x="229450" y="164350"/>
            <a:ext cx="8686800" cy="485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 name="Google Shape;84;p18"/>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85" name="Google Shape;85;p18"/>
          <p:cNvSpPr txBox="1"/>
          <p:nvPr>
            <p:ph idx="2" type="subTitle"/>
          </p:nvPr>
        </p:nvSpPr>
        <p:spPr>
          <a:xfrm>
            <a:off x="228600" y="1213525"/>
            <a:ext cx="27282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86" name="Google Shape;86;p18"/>
          <p:cNvSpPr txBox="1"/>
          <p:nvPr>
            <p:ph idx="3" type="subTitle"/>
          </p:nvPr>
        </p:nvSpPr>
        <p:spPr>
          <a:xfrm>
            <a:off x="3207900" y="1213525"/>
            <a:ext cx="27282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87" name="Google Shape;87;p18"/>
          <p:cNvSpPr txBox="1"/>
          <p:nvPr>
            <p:ph idx="4" type="subTitle"/>
          </p:nvPr>
        </p:nvSpPr>
        <p:spPr>
          <a:xfrm>
            <a:off x="6187200" y="1213525"/>
            <a:ext cx="27282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cxnSp>
        <p:nvCxnSpPr>
          <p:cNvPr id="88" name="Google Shape;88;p18"/>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with footer" type="twoColTx">
  <p:cSld name="TITLE_AND_TWO_COLUMNS">
    <p:spTree>
      <p:nvGrpSpPr>
        <p:cNvPr id="89" name="Shape 89"/>
        <p:cNvGrpSpPr/>
        <p:nvPr/>
      </p:nvGrpSpPr>
      <p:grpSpPr>
        <a:xfrm>
          <a:off x="0" y="0"/>
          <a:ext cx="0" cy="0"/>
          <a:chOff x="0" y="0"/>
          <a:chExt cx="0" cy="0"/>
        </a:xfrm>
      </p:grpSpPr>
      <p:sp>
        <p:nvSpPr>
          <p:cNvPr id="90" name="Google Shape;90;p19"/>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9"/>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 name="Google Shape;92;p19"/>
          <p:cNvSpPr txBox="1"/>
          <p:nvPr>
            <p:ph idx="1" type="body"/>
          </p:nvPr>
        </p:nvSpPr>
        <p:spPr>
          <a:xfrm>
            <a:off x="22945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93" name="Google Shape;93;p19"/>
          <p:cNvSpPr txBox="1"/>
          <p:nvPr>
            <p:ph idx="2" type="subTitle"/>
          </p:nvPr>
        </p:nvSpPr>
        <p:spPr>
          <a:xfrm>
            <a:off x="22945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94" name="Google Shape;94;p19"/>
          <p:cNvSpPr txBox="1"/>
          <p:nvPr>
            <p:ph idx="3" type="body"/>
          </p:nvPr>
        </p:nvSpPr>
        <p:spPr>
          <a:xfrm>
            <a:off x="315580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95" name="Google Shape;95;p19"/>
          <p:cNvSpPr txBox="1"/>
          <p:nvPr>
            <p:ph idx="4" type="subTitle"/>
          </p:nvPr>
        </p:nvSpPr>
        <p:spPr>
          <a:xfrm>
            <a:off x="315580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96" name="Google Shape;96;p19"/>
          <p:cNvSpPr txBox="1"/>
          <p:nvPr>
            <p:ph idx="5" type="body"/>
          </p:nvPr>
        </p:nvSpPr>
        <p:spPr>
          <a:xfrm>
            <a:off x="608215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97" name="Google Shape;97;p19"/>
          <p:cNvSpPr txBox="1"/>
          <p:nvPr>
            <p:ph idx="6" type="subTitle"/>
          </p:nvPr>
        </p:nvSpPr>
        <p:spPr>
          <a:xfrm>
            <a:off x="608215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98" name="Google Shape;98;p19"/>
          <p:cNvSpPr txBox="1"/>
          <p:nvPr>
            <p:ph idx="7"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99" name="Google Shape;99;p19"/>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ITLE_AND_TWO_COLUMNS_1">
    <p:spTree>
      <p:nvGrpSpPr>
        <p:cNvPr id="100" name="Shape 100"/>
        <p:cNvGrpSpPr/>
        <p:nvPr/>
      </p:nvGrpSpPr>
      <p:grpSpPr>
        <a:xfrm>
          <a:off x="0" y="0"/>
          <a:ext cx="0" cy="0"/>
          <a:chOff x="0" y="0"/>
          <a:chExt cx="0" cy="0"/>
        </a:xfrm>
      </p:grpSpPr>
      <p:sp>
        <p:nvSpPr>
          <p:cNvPr id="101" name="Google Shape;101;p20"/>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2" name="Google Shape;102;p20"/>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3" name="Google Shape;103;p20"/>
          <p:cNvSpPr txBox="1"/>
          <p:nvPr>
            <p:ph idx="1" type="body"/>
          </p:nvPr>
        </p:nvSpPr>
        <p:spPr>
          <a:xfrm>
            <a:off x="22945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04" name="Google Shape;104;p20"/>
          <p:cNvSpPr txBox="1"/>
          <p:nvPr>
            <p:ph idx="2" type="subTitle"/>
          </p:nvPr>
        </p:nvSpPr>
        <p:spPr>
          <a:xfrm>
            <a:off x="22945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105" name="Google Shape;105;p20"/>
          <p:cNvSpPr txBox="1"/>
          <p:nvPr>
            <p:ph idx="3" type="body"/>
          </p:nvPr>
        </p:nvSpPr>
        <p:spPr>
          <a:xfrm>
            <a:off x="315580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06" name="Google Shape;106;p20"/>
          <p:cNvSpPr txBox="1"/>
          <p:nvPr>
            <p:ph idx="4" type="subTitle"/>
          </p:nvPr>
        </p:nvSpPr>
        <p:spPr>
          <a:xfrm>
            <a:off x="315580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107" name="Google Shape;107;p20"/>
          <p:cNvSpPr txBox="1"/>
          <p:nvPr>
            <p:ph idx="5" type="body"/>
          </p:nvPr>
        </p:nvSpPr>
        <p:spPr>
          <a:xfrm>
            <a:off x="608215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08" name="Google Shape;108;p20"/>
          <p:cNvSpPr txBox="1"/>
          <p:nvPr>
            <p:ph idx="6" type="subTitle"/>
          </p:nvPr>
        </p:nvSpPr>
        <p:spPr>
          <a:xfrm>
            <a:off x="608215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cxnSp>
        <p:nvCxnSpPr>
          <p:cNvPr id="109" name="Google Shape;109;p20"/>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TITLE_AND_TWO_COLUMNS_1_2">
    <p:spTree>
      <p:nvGrpSpPr>
        <p:cNvPr id="110" name="Shape 110"/>
        <p:cNvGrpSpPr/>
        <p:nvPr/>
      </p:nvGrpSpPr>
      <p:grpSpPr>
        <a:xfrm>
          <a:off x="0" y="0"/>
          <a:ext cx="0" cy="0"/>
          <a:chOff x="0" y="0"/>
          <a:chExt cx="0" cy="0"/>
        </a:xfrm>
      </p:grpSpPr>
      <p:sp>
        <p:nvSpPr>
          <p:cNvPr id="111" name="Google Shape;111;p21"/>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1"/>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cxnSp>
        <p:nvCxnSpPr>
          <p:cNvPr id="113" name="Google Shape;113;p21"/>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114" name="Google Shape;114;p21"/>
          <p:cNvSpPr txBox="1"/>
          <p:nvPr>
            <p:ph idx="1" type="body"/>
          </p:nvPr>
        </p:nvSpPr>
        <p:spPr>
          <a:xfrm>
            <a:off x="24003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15" name="Google Shape;115;p21"/>
          <p:cNvSpPr txBox="1"/>
          <p:nvPr>
            <p:ph idx="2" type="body"/>
          </p:nvPr>
        </p:nvSpPr>
        <p:spPr>
          <a:xfrm>
            <a:off x="2286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16" name="Google Shape;116;p21"/>
          <p:cNvSpPr txBox="1"/>
          <p:nvPr>
            <p:ph idx="3" type="body"/>
          </p:nvPr>
        </p:nvSpPr>
        <p:spPr>
          <a:xfrm>
            <a:off x="45720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17" name="Google Shape;117;p21"/>
          <p:cNvSpPr txBox="1"/>
          <p:nvPr>
            <p:ph idx="4" type="body"/>
          </p:nvPr>
        </p:nvSpPr>
        <p:spPr>
          <a:xfrm>
            <a:off x="67437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18" name="Google Shape;118;p21"/>
          <p:cNvSpPr txBox="1"/>
          <p:nvPr>
            <p:ph idx="5" type="subTitle"/>
          </p:nvPr>
        </p:nvSpPr>
        <p:spPr>
          <a:xfrm>
            <a:off x="229450" y="2123775"/>
            <a:ext cx="18894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119" name="Google Shape;119;p21"/>
          <p:cNvSpPr txBox="1"/>
          <p:nvPr>
            <p:ph idx="6" type="subTitle"/>
          </p:nvPr>
        </p:nvSpPr>
        <p:spPr>
          <a:xfrm>
            <a:off x="2400300" y="2123775"/>
            <a:ext cx="18894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120" name="Google Shape;120;p21"/>
          <p:cNvSpPr txBox="1"/>
          <p:nvPr>
            <p:ph idx="7" type="subTitle"/>
          </p:nvPr>
        </p:nvSpPr>
        <p:spPr>
          <a:xfrm>
            <a:off x="4572000" y="2123775"/>
            <a:ext cx="18894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121" name="Google Shape;121;p21"/>
          <p:cNvSpPr txBox="1"/>
          <p:nvPr>
            <p:ph idx="8" type="subTitle"/>
          </p:nvPr>
        </p:nvSpPr>
        <p:spPr>
          <a:xfrm>
            <a:off x="6743700" y="2123775"/>
            <a:ext cx="18894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TITLE_AND_TWO_COLUMNS_1_2_1">
    <p:spTree>
      <p:nvGrpSpPr>
        <p:cNvPr id="122" name="Shape 122"/>
        <p:cNvGrpSpPr/>
        <p:nvPr/>
      </p:nvGrpSpPr>
      <p:grpSpPr>
        <a:xfrm>
          <a:off x="0" y="0"/>
          <a:ext cx="0" cy="0"/>
          <a:chOff x="0" y="0"/>
          <a:chExt cx="0" cy="0"/>
        </a:xfrm>
      </p:grpSpPr>
      <p:sp>
        <p:nvSpPr>
          <p:cNvPr id="123" name="Google Shape;123;p22"/>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4" name="Google Shape;124;p22"/>
          <p:cNvSpPr txBox="1"/>
          <p:nvPr>
            <p:ph type="title"/>
          </p:nvPr>
        </p:nvSpPr>
        <p:spPr>
          <a:xfrm>
            <a:off x="229450" y="164350"/>
            <a:ext cx="5541900" cy="1834200"/>
          </a:xfrm>
          <a:prstGeom prst="rect">
            <a:avLst/>
          </a:prstGeom>
        </p:spPr>
        <p:txBody>
          <a:bodyPr anchorCtr="0" anchor="t"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125" name="Google Shape;125;p22"/>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126" name="Google Shape;126;p22"/>
          <p:cNvSpPr txBox="1"/>
          <p:nvPr>
            <p:ph idx="1" type="body"/>
          </p:nvPr>
        </p:nvSpPr>
        <p:spPr>
          <a:xfrm>
            <a:off x="228600" y="2448075"/>
            <a:ext cx="55419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27" name="Google Shape;127;p22"/>
          <p:cNvSpPr txBox="1"/>
          <p:nvPr>
            <p:ph idx="2" type="subTitle"/>
          </p:nvPr>
        </p:nvSpPr>
        <p:spPr>
          <a:xfrm>
            <a:off x="228600" y="1798275"/>
            <a:ext cx="5541900" cy="649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ITLE_AND_TWO_COLUMNS_1_1">
    <p:spTree>
      <p:nvGrpSpPr>
        <p:cNvPr id="128" name="Shape 128"/>
        <p:cNvGrpSpPr/>
        <p:nvPr/>
      </p:nvGrpSpPr>
      <p:grpSpPr>
        <a:xfrm>
          <a:off x="0" y="0"/>
          <a:ext cx="0" cy="0"/>
          <a:chOff x="0" y="0"/>
          <a:chExt cx="0" cy="0"/>
        </a:xfrm>
      </p:grpSpPr>
      <p:sp>
        <p:nvSpPr>
          <p:cNvPr id="129" name="Google Shape;129;p23"/>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0" name="Google Shape;130;p23"/>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1" name="Google Shape;131;p23"/>
          <p:cNvSpPr txBox="1"/>
          <p:nvPr>
            <p:ph idx="1" type="body"/>
          </p:nvPr>
        </p:nvSpPr>
        <p:spPr>
          <a:xfrm>
            <a:off x="229450" y="3455950"/>
            <a:ext cx="4061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32" name="Google Shape;132;p23"/>
          <p:cNvSpPr txBox="1"/>
          <p:nvPr>
            <p:ph idx="2" type="subTitle"/>
          </p:nvPr>
        </p:nvSpPr>
        <p:spPr>
          <a:xfrm>
            <a:off x="229450" y="3127850"/>
            <a:ext cx="4061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cxnSp>
        <p:nvCxnSpPr>
          <p:cNvPr id="133" name="Google Shape;133;p23"/>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134" name="Google Shape;134;p23"/>
          <p:cNvSpPr txBox="1"/>
          <p:nvPr>
            <p:ph idx="3" type="body"/>
          </p:nvPr>
        </p:nvSpPr>
        <p:spPr>
          <a:xfrm>
            <a:off x="4573675" y="3455950"/>
            <a:ext cx="4061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35" name="Google Shape;135;p23"/>
          <p:cNvSpPr txBox="1"/>
          <p:nvPr>
            <p:ph idx="4" type="subTitle"/>
          </p:nvPr>
        </p:nvSpPr>
        <p:spPr>
          <a:xfrm>
            <a:off x="4573675" y="3127850"/>
            <a:ext cx="4061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ody text">
  <p:cSld name="CUSTOM_3">
    <p:spTree>
      <p:nvGrpSpPr>
        <p:cNvPr id="136" name="Shape 136"/>
        <p:cNvGrpSpPr/>
        <p:nvPr/>
      </p:nvGrpSpPr>
      <p:grpSpPr>
        <a:xfrm>
          <a:off x="0" y="0"/>
          <a:ext cx="0" cy="0"/>
          <a:chOff x="0" y="0"/>
          <a:chExt cx="0" cy="0"/>
        </a:xfrm>
      </p:grpSpPr>
      <p:sp>
        <p:nvSpPr>
          <p:cNvPr id="137" name="Google Shape;137;p24"/>
          <p:cNvSpPr txBox="1"/>
          <p:nvPr>
            <p:ph idx="1" type="body"/>
          </p:nvPr>
        </p:nvSpPr>
        <p:spPr>
          <a:xfrm>
            <a:off x="5095525" y="922175"/>
            <a:ext cx="3440100" cy="12549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38" name="Google Shape;138;p24"/>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24"/>
          <p:cNvSpPr txBox="1"/>
          <p:nvPr>
            <p:ph idx="2" type="body"/>
          </p:nvPr>
        </p:nvSpPr>
        <p:spPr>
          <a:xfrm>
            <a:off x="5095525" y="2801100"/>
            <a:ext cx="3440100" cy="8139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40" name="Google Shape;140;p24"/>
          <p:cNvSpPr txBox="1"/>
          <p:nvPr>
            <p:ph idx="3" type="body"/>
          </p:nvPr>
        </p:nvSpPr>
        <p:spPr>
          <a:xfrm>
            <a:off x="5095525" y="4013575"/>
            <a:ext cx="3440100" cy="5370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41" name="Google Shape;141;p24"/>
          <p:cNvSpPr txBox="1"/>
          <p:nvPr>
            <p:ph idx="4"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142" name="Google Shape;142;p24"/>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type="titleOnly">
  <p:cSld name="TITLE_ONLY">
    <p:spTree>
      <p:nvGrpSpPr>
        <p:cNvPr id="143" name="Shape 143"/>
        <p:cNvGrpSpPr/>
        <p:nvPr/>
      </p:nvGrpSpPr>
      <p:grpSpPr>
        <a:xfrm>
          <a:off x="0" y="0"/>
          <a:ext cx="0" cy="0"/>
          <a:chOff x="0" y="0"/>
          <a:chExt cx="0" cy="0"/>
        </a:xfrm>
      </p:grpSpPr>
      <p:sp>
        <p:nvSpPr>
          <p:cNvPr id="144" name="Google Shape;144;p25"/>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5" name="Google Shape;145;p25"/>
          <p:cNvSpPr txBox="1"/>
          <p:nvPr>
            <p:ph type="title"/>
          </p:nvPr>
        </p:nvSpPr>
        <p:spPr>
          <a:xfrm>
            <a:off x="229450" y="164350"/>
            <a:ext cx="8686800" cy="3383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6" name="Google Shape;146;p25"/>
          <p:cNvSpPr txBox="1"/>
          <p:nvPr>
            <p:ph idx="1" type="body"/>
          </p:nvPr>
        </p:nvSpPr>
        <p:spPr>
          <a:xfrm>
            <a:off x="228600"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47" name="Google Shape;147;p25"/>
          <p:cNvSpPr txBox="1"/>
          <p:nvPr>
            <p:ph idx="2" type="body"/>
          </p:nvPr>
        </p:nvSpPr>
        <p:spPr>
          <a:xfrm>
            <a:off x="2400300"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48" name="Google Shape;148;p25"/>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49" name="Google Shape;149;p25"/>
          <p:cNvSpPr txBox="1"/>
          <p:nvPr>
            <p:ph idx="4" type="body"/>
          </p:nvPr>
        </p:nvSpPr>
        <p:spPr>
          <a:xfrm>
            <a:off x="6743700"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50" name="Google Shape;150;p25"/>
          <p:cNvSpPr txBox="1"/>
          <p:nvPr>
            <p:ph idx="5" type="body"/>
          </p:nvPr>
        </p:nvSpPr>
        <p:spPr>
          <a:xfrm>
            <a:off x="4572000"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151" name="Google Shape;151;p25"/>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text">
  <p:cSld name="TITLE_ONLY_1">
    <p:spTree>
      <p:nvGrpSpPr>
        <p:cNvPr id="152" name="Shape 152"/>
        <p:cNvGrpSpPr/>
        <p:nvPr/>
      </p:nvGrpSpPr>
      <p:grpSpPr>
        <a:xfrm>
          <a:off x="0" y="0"/>
          <a:ext cx="0" cy="0"/>
          <a:chOff x="0" y="0"/>
          <a:chExt cx="0" cy="0"/>
        </a:xfrm>
      </p:grpSpPr>
      <p:sp>
        <p:nvSpPr>
          <p:cNvPr id="153" name="Google Shape;153;p26"/>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4" name="Google Shape;154;p26"/>
          <p:cNvSpPr txBox="1"/>
          <p:nvPr>
            <p:ph idx="1" type="body"/>
          </p:nvPr>
        </p:nvSpPr>
        <p:spPr>
          <a:xfrm>
            <a:off x="370100"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55" name="Google Shape;155;p26"/>
          <p:cNvSpPr txBox="1"/>
          <p:nvPr>
            <p:ph idx="2" type="body"/>
          </p:nvPr>
        </p:nvSpPr>
        <p:spPr>
          <a:xfrm>
            <a:off x="2541453"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56" name="Google Shape;156;p26"/>
          <p:cNvSpPr txBox="1"/>
          <p:nvPr>
            <p:ph idx="3" type="body"/>
          </p:nvPr>
        </p:nvSpPr>
        <p:spPr>
          <a:xfrm>
            <a:off x="4713154"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57" name="Google Shape;157;p26"/>
          <p:cNvSpPr txBox="1"/>
          <p:nvPr>
            <p:ph idx="4" type="body"/>
          </p:nvPr>
        </p:nvSpPr>
        <p:spPr>
          <a:xfrm>
            <a:off x="6884852"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58" name="Google Shape;158;p26"/>
          <p:cNvSpPr txBox="1"/>
          <p:nvPr>
            <p:ph idx="5" type="subTitle"/>
          </p:nvPr>
        </p:nvSpPr>
        <p:spPr>
          <a:xfrm>
            <a:off x="370100" y="4953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59" name="Google Shape;159;p26"/>
          <p:cNvSpPr txBox="1"/>
          <p:nvPr>
            <p:ph idx="6" type="subTitle"/>
          </p:nvPr>
        </p:nvSpPr>
        <p:spPr>
          <a:xfrm>
            <a:off x="2541450" y="4953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60" name="Google Shape;160;p26"/>
          <p:cNvSpPr txBox="1"/>
          <p:nvPr>
            <p:ph idx="7" type="subTitle"/>
          </p:nvPr>
        </p:nvSpPr>
        <p:spPr>
          <a:xfrm>
            <a:off x="4712800" y="4953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61" name="Google Shape;161;p26"/>
          <p:cNvSpPr txBox="1"/>
          <p:nvPr>
            <p:ph idx="8" type="subTitle"/>
          </p:nvPr>
        </p:nvSpPr>
        <p:spPr>
          <a:xfrm>
            <a:off x="6884150" y="4953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62" name="Google Shape;162;p26"/>
          <p:cNvSpPr txBox="1"/>
          <p:nvPr>
            <p:ph idx="9"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163" name="Google Shape;163;p26"/>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_ONLY_1_1">
    <p:spTree>
      <p:nvGrpSpPr>
        <p:cNvPr id="164" name="Shape 164"/>
        <p:cNvGrpSpPr/>
        <p:nvPr/>
      </p:nvGrpSpPr>
      <p:grpSpPr>
        <a:xfrm>
          <a:off x="0" y="0"/>
          <a:ext cx="0" cy="0"/>
          <a:chOff x="0" y="0"/>
          <a:chExt cx="0" cy="0"/>
        </a:xfrm>
      </p:grpSpPr>
      <p:sp>
        <p:nvSpPr>
          <p:cNvPr id="165" name="Google Shape;165;p27"/>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27"/>
          <p:cNvSpPr txBox="1"/>
          <p:nvPr>
            <p:ph idx="1" type="subTitle"/>
          </p:nvPr>
        </p:nvSpPr>
        <p:spPr>
          <a:xfrm>
            <a:off x="1456800" y="17907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67" name="Google Shape;167;p27"/>
          <p:cNvSpPr txBox="1"/>
          <p:nvPr>
            <p:ph idx="2" type="subTitle"/>
          </p:nvPr>
        </p:nvSpPr>
        <p:spPr>
          <a:xfrm>
            <a:off x="3628150" y="17907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68" name="Google Shape;168;p27"/>
          <p:cNvSpPr txBox="1"/>
          <p:nvPr>
            <p:ph idx="3" type="subTitle"/>
          </p:nvPr>
        </p:nvSpPr>
        <p:spPr>
          <a:xfrm>
            <a:off x="5799500" y="17907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69" name="Google Shape;169;p27"/>
          <p:cNvSpPr txBox="1"/>
          <p:nvPr>
            <p:ph idx="4" type="subTitle"/>
          </p:nvPr>
        </p:nvSpPr>
        <p:spPr>
          <a:xfrm>
            <a:off x="5799500" y="3234832"/>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cxnSp>
        <p:nvCxnSpPr>
          <p:cNvPr id="170" name="Google Shape;170;p27"/>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171" name="Google Shape;171;p27"/>
          <p:cNvSpPr txBox="1"/>
          <p:nvPr>
            <p:ph idx="5" type="subTitle"/>
          </p:nvPr>
        </p:nvSpPr>
        <p:spPr>
          <a:xfrm>
            <a:off x="1456800" y="3234832"/>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72" name="Google Shape;172;p27"/>
          <p:cNvSpPr txBox="1"/>
          <p:nvPr>
            <p:ph idx="6" type="subTitle"/>
          </p:nvPr>
        </p:nvSpPr>
        <p:spPr>
          <a:xfrm>
            <a:off x="3628150" y="3234832"/>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73" name="Google Shape;173;p27"/>
          <p:cNvSpPr txBox="1"/>
          <p:nvPr>
            <p:ph type="title"/>
          </p:nvPr>
        </p:nvSpPr>
        <p:spPr>
          <a:xfrm>
            <a:off x="229450" y="332175"/>
            <a:ext cx="8686800" cy="8745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V">
  <p:cSld name="CUSTOM_5">
    <p:spTree>
      <p:nvGrpSpPr>
        <p:cNvPr id="174" name="Shape 174"/>
        <p:cNvGrpSpPr/>
        <p:nvPr/>
      </p:nvGrpSpPr>
      <p:grpSpPr>
        <a:xfrm>
          <a:off x="0" y="0"/>
          <a:ext cx="0" cy="0"/>
          <a:chOff x="0" y="0"/>
          <a:chExt cx="0" cy="0"/>
        </a:xfrm>
      </p:grpSpPr>
      <p:sp>
        <p:nvSpPr>
          <p:cNvPr id="175" name="Google Shape;175;p28"/>
          <p:cNvSpPr txBox="1"/>
          <p:nvPr>
            <p:ph idx="1" type="body"/>
          </p:nvPr>
        </p:nvSpPr>
        <p:spPr>
          <a:xfrm>
            <a:off x="24003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76" name="Google Shape;176;p28"/>
          <p:cNvSpPr txBox="1"/>
          <p:nvPr>
            <p:ph idx="2" type="body"/>
          </p:nvPr>
        </p:nvSpPr>
        <p:spPr>
          <a:xfrm>
            <a:off x="2286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77" name="Google Shape;177;p28"/>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78" name="Google Shape;178;p28"/>
          <p:cNvSpPr txBox="1"/>
          <p:nvPr>
            <p:ph type="title"/>
          </p:nvPr>
        </p:nvSpPr>
        <p:spPr>
          <a:xfrm>
            <a:off x="229450" y="332175"/>
            <a:ext cx="8686800" cy="8745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179" name="Google Shape;179;p28"/>
          <p:cNvSpPr txBox="1"/>
          <p:nvPr>
            <p:ph idx="3" type="body"/>
          </p:nvPr>
        </p:nvSpPr>
        <p:spPr>
          <a:xfrm>
            <a:off x="45720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80" name="Google Shape;180;p28"/>
          <p:cNvSpPr txBox="1"/>
          <p:nvPr>
            <p:ph idx="4" type="body"/>
          </p:nvPr>
        </p:nvSpPr>
        <p:spPr>
          <a:xfrm>
            <a:off x="67437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81" name="Google Shape;181;p28"/>
          <p:cNvSpPr txBox="1"/>
          <p:nvPr>
            <p:ph idx="5" type="subTitle"/>
          </p:nvPr>
        </p:nvSpPr>
        <p:spPr>
          <a:xfrm>
            <a:off x="4572000" y="1585625"/>
            <a:ext cx="4061100" cy="649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82" name="Google Shape;182;p28"/>
          <p:cNvSpPr txBox="1"/>
          <p:nvPr>
            <p:ph idx="6" type="subTitle"/>
          </p:nvPr>
        </p:nvSpPr>
        <p:spPr>
          <a:xfrm>
            <a:off x="228600" y="1585625"/>
            <a:ext cx="4061100" cy="649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83" name="Google Shape;183;p28"/>
          <p:cNvSpPr txBox="1"/>
          <p:nvPr>
            <p:ph idx="7"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184" name="Google Shape;184;p28"/>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with footer">
  <p:cSld name="CUSTOM">
    <p:bg>
      <p:bgPr>
        <a:solidFill>
          <a:schemeClr val="dk1"/>
        </a:solidFill>
      </p:bgPr>
    </p:bg>
    <p:spTree>
      <p:nvGrpSpPr>
        <p:cNvPr id="185" name="Shape 185"/>
        <p:cNvGrpSpPr/>
        <p:nvPr/>
      </p:nvGrpSpPr>
      <p:grpSpPr>
        <a:xfrm>
          <a:off x="0" y="0"/>
          <a:ext cx="0" cy="0"/>
          <a:chOff x="0" y="0"/>
          <a:chExt cx="0" cy="0"/>
        </a:xfrm>
      </p:grpSpPr>
      <p:sp>
        <p:nvSpPr>
          <p:cNvPr id="186" name="Google Shape;186;p29"/>
          <p:cNvSpPr txBox="1"/>
          <p:nvPr>
            <p:ph type="title"/>
          </p:nvPr>
        </p:nvSpPr>
        <p:spPr>
          <a:xfrm>
            <a:off x="225750" y="369625"/>
            <a:ext cx="8692500" cy="4314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7" name="Google Shape;187;p29"/>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88" name="Google Shape;188;p29"/>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lt1"/>
              </a:buClr>
              <a:buSzPts val="900"/>
              <a:buChar char="●"/>
              <a:defRPr>
                <a:solidFill>
                  <a:schemeClr val="lt1"/>
                </a:solidFill>
              </a:defRPr>
            </a:lvl1pPr>
            <a:lvl2pPr indent="-285750" lvl="1" marL="914400">
              <a:spcBef>
                <a:spcPts val="0"/>
              </a:spcBef>
              <a:spcAft>
                <a:spcPts val="0"/>
              </a:spcAft>
              <a:buClr>
                <a:schemeClr val="lt1"/>
              </a:buClr>
              <a:buSzPts val="900"/>
              <a:buChar char="○"/>
              <a:defRPr>
                <a:solidFill>
                  <a:schemeClr val="lt1"/>
                </a:solidFill>
              </a:defRPr>
            </a:lvl2pPr>
            <a:lvl3pPr indent="-285750" lvl="2" marL="1371600">
              <a:spcBef>
                <a:spcPts val="0"/>
              </a:spcBef>
              <a:spcAft>
                <a:spcPts val="0"/>
              </a:spcAft>
              <a:buClr>
                <a:schemeClr val="lt1"/>
              </a:buClr>
              <a:buSzPts val="900"/>
              <a:buChar char="■"/>
              <a:defRPr>
                <a:solidFill>
                  <a:schemeClr val="lt1"/>
                </a:solidFill>
              </a:defRPr>
            </a:lvl3pPr>
            <a:lvl4pPr indent="-285750" lvl="3" marL="1828800">
              <a:spcBef>
                <a:spcPts val="0"/>
              </a:spcBef>
              <a:spcAft>
                <a:spcPts val="0"/>
              </a:spcAft>
              <a:buClr>
                <a:schemeClr val="lt1"/>
              </a:buClr>
              <a:buSzPts val="900"/>
              <a:buChar char="●"/>
              <a:defRPr>
                <a:solidFill>
                  <a:schemeClr val="lt1"/>
                </a:solidFill>
              </a:defRPr>
            </a:lvl4pPr>
            <a:lvl5pPr indent="-285750" lvl="4" marL="2286000">
              <a:spcBef>
                <a:spcPts val="0"/>
              </a:spcBef>
              <a:spcAft>
                <a:spcPts val="0"/>
              </a:spcAft>
              <a:buClr>
                <a:schemeClr val="lt1"/>
              </a:buClr>
              <a:buSzPts val="900"/>
              <a:buChar char="○"/>
              <a:defRPr>
                <a:solidFill>
                  <a:schemeClr val="lt1"/>
                </a:solidFill>
              </a:defRPr>
            </a:lvl5pPr>
            <a:lvl6pPr indent="-285750" lvl="5" marL="2743200">
              <a:spcBef>
                <a:spcPts val="0"/>
              </a:spcBef>
              <a:spcAft>
                <a:spcPts val="0"/>
              </a:spcAft>
              <a:buClr>
                <a:schemeClr val="lt1"/>
              </a:buClr>
              <a:buSzPts val="900"/>
              <a:buChar char="■"/>
              <a:defRPr>
                <a:solidFill>
                  <a:schemeClr val="lt1"/>
                </a:solidFill>
              </a:defRPr>
            </a:lvl6pPr>
            <a:lvl7pPr indent="-285750" lvl="6" marL="3200400">
              <a:spcBef>
                <a:spcPts val="0"/>
              </a:spcBef>
              <a:spcAft>
                <a:spcPts val="0"/>
              </a:spcAft>
              <a:buClr>
                <a:schemeClr val="lt1"/>
              </a:buClr>
              <a:buSzPts val="900"/>
              <a:buChar char="●"/>
              <a:defRPr>
                <a:solidFill>
                  <a:schemeClr val="lt1"/>
                </a:solidFill>
              </a:defRPr>
            </a:lvl7pPr>
            <a:lvl8pPr indent="-285750" lvl="7" marL="3657600">
              <a:spcBef>
                <a:spcPts val="0"/>
              </a:spcBef>
              <a:spcAft>
                <a:spcPts val="0"/>
              </a:spcAft>
              <a:buClr>
                <a:schemeClr val="lt1"/>
              </a:buClr>
              <a:buSzPts val="900"/>
              <a:buChar char="○"/>
              <a:defRPr>
                <a:solidFill>
                  <a:schemeClr val="lt1"/>
                </a:solidFill>
              </a:defRPr>
            </a:lvl8pPr>
            <a:lvl9pPr indent="-285750" lvl="8" marL="4114800">
              <a:spcBef>
                <a:spcPts val="0"/>
              </a:spcBef>
              <a:spcAft>
                <a:spcPts val="0"/>
              </a:spcAft>
              <a:buClr>
                <a:schemeClr val="lt1"/>
              </a:buClr>
              <a:buSzPts val="900"/>
              <a:buChar char="■"/>
              <a:defRPr>
                <a:solidFill>
                  <a:schemeClr val="lt1"/>
                </a:solidFill>
              </a:defRPr>
            </a:lvl9pPr>
          </a:lstStyle>
          <a:p/>
        </p:txBody>
      </p:sp>
      <p:cxnSp>
        <p:nvCxnSpPr>
          <p:cNvPr id="189" name="Google Shape;189;p29"/>
          <p:cNvCxnSpPr/>
          <p:nvPr/>
        </p:nvCxnSpPr>
        <p:spPr>
          <a:xfrm flipH="1" rot="10800000">
            <a:off x="225750" y="4678950"/>
            <a:ext cx="8692500" cy="57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CUSTOM_10">
    <p:bg>
      <p:bgPr>
        <a:solidFill>
          <a:schemeClr val="dk1"/>
        </a:solidFill>
      </p:bgPr>
    </p:bg>
    <p:spTree>
      <p:nvGrpSpPr>
        <p:cNvPr id="190" name="Shape 190"/>
        <p:cNvGrpSpPr/>
        <p:nvPr/>
      </p:nvGrpSpPr>
      <p:grpSpPr>
        <a:xfrm>
          <a:off x="0" y="0"/>
          <a:ext cx="0" cy="0"/>
          <a:chOff x="0" y="0"/>
          <a:chExt cx="0" cy="0"/>
        </a:xfrm>
      </p:grpSpPr>
      <p:sp>
        <p:nvSpPr>
          <p:cNvPr id="191" name="Google Shape;191;p30"/>
          <p:cNvSpPr txBox="1"/>
          <p:nvPr>
            <p:ph type="title"/>
          </p:nvPr>
        </p:nvSpPr>
        <p:spPr>
          <a:xfrm>
            <a:off x="225750" y="369625"/>
            <a:ext cx="8692500" cy="4314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92" name="Google Shape;192;p30"/>
          <p:cNvSpPr txBox="1"/>
          <p:nvPr>
            <p:ph idx="2"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3" name="Google Shape;193;p30"/>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cxnSp>
        <p:nvCxnSpPr>
          <p:cNvPr id="194" name="Google Shape;194;p30"/>
          <p:cNvCxnSpPr/>
          <p:nvPr/>
        </p:nvCxnSpPr>
        <p:spPr>
          <a:xfrm flipH="1" rot="10800000">
            <a:off x="225750" y="4678950"/>
            <a:ext cx="8692500" cy="57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6">
    <p:bg>
      <p:bgPr>
        <a:solidFill>
          <a:schemeClr val="dk1"/>
        </a:solidFill>
      </p:bgPr>
    </p:bg>
    <p:spTree>
      <p:nvGrpSpPr>
        <p:cNvPr id="195" name="Shape 195"/>
        <p:cNvGrpSpPr/>
        <p:nvPr/>
      </p:nvGrpSpPr>
      <p:grpSpPr>
        <a:xfrm>
          <a:off x="0" y="0"/>
          <a:ext cx="0" cy="0"/>
          <a:chOff x="0" y="0"/>
          <a:chExt cx="0" cy="0"/>
        </a:xfrm>
      </p:grpSpPr>
      <p:sp>
        <p:nvSpPr>
          <p:cNvPr id="196" name="Google Shape;196;p31"/>
          <p:cNvSpPr txBox="1"/>
          <p:nvPr>
            <p:ph type="title"/>
          </p:nvPr>
        </p:nvSpPr>
        <p:spPr>
          <a:xfrm>
            <a:off x="225750" y="1212350"/>
            <a:ext cx="8692500" cy="3472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500"/>
              <a:buNone/>
              <a:defRPr sz="4500">
                <a:solidFill>
                  <a:schemeClr val="lt1"/>
                </a:solidFill>
              </a:defRPr>
            </a:lvl1pPr>
            <a:lvl2pPr lvl="1">
              <a:spcBef>
                <a:spcPts val="0"/>
              </a:spcBef>
              <a:spcAft>
                <a:spcPts val="0"/>
              </a:spcAft>
              <a:buClr>
                <a:schemeClr val="lt1"/>
              </a:buClr>
              <a:buSzPts val="4500"/>
              <a:buNone/>
              <a:defRPr sz="4500">
                <a:solidFill>
                  <a:schemeClr val="lt1"/>
                </a:solidFill>
              </a:defRPr>
            </a:lvl2pPr>
            <a:lvl3pPr lvl="2">
              <a:spcBef>
                <a:spcPts val="0"/>
              </a:spcBef>
              <a:spcAft>
                <a:spcPts val="0"/>
              </a:spcAft>
              <a:buClr>
                <a:schemeClr val="lt1"/>
              </a:buClr>
              <a:buSzPts val="4500"/>
              <a:buNone/>
              <a:defRPr sz="4500">
                <a:solidFill>
                  <a:schemeClr val="lt1"/>
                </a:solidFill>
              </a:defRPr>
            </a:lvl3pPr>
            <a:lvl4pPr lvl="3">
              <a:spcBef>
                <a:spcPts val="0"/>
              </a:spcBef>
              <a:spcAft>
                <a:spcPts val="0"/>
              </a:spcAft>
              <a:buClr>
                <a:schemeClr val="lt1"/>
              </a:buClr>
              <a:buSzPts val="4500"/>
              <a:buNone/>
              <a:defRPr sz="4500">
                <a:solidFill>
                  <a:schemeClr val="lt1"/>
                </a:solidFill>
              </a:defRPr>
            </a:lvl4pPr>
            <a:lvl5pPr lvl="4">
              <a:spcBef>
                <a:spcPts val="0"/>
              </a:spcBef>
              <a:spcAft>
                <a:spcPts val="0"/>
              </a:spcAft>
              <a:buClr>
                <a:schemeClr val="lt1"/>
              </a:buClr>
              <a:buSzPts val="4500"/>
              <a:buNone/>
              <a:defRPr sz="4500">
                <a:solidFill>
                  <a:schemeClr val="lt1"/>
                </a:solidFill>
              </a:defRPr>
            </a:lvl5pPr>
            <a:lvl6pPr lvl="5">
              <a:spcBef>
                <a:spcPts val="0"/>
              </a:spcBef>
              <a:spcAft>
                <a:spcPts val="0"/>
              </a:spcAft>
              <a:buClr>
                <a:schemeClr val="lt1"/>
              </a:buClr>
              <a:buSzPts val="4500"/>
              <a:buNone/>
              <a:defRPr sz="4500">
                <a:solidFill>
                  <a:schemeClr val="lt1"/>
                </a:solidFill>
              </a:defRPr>
            </a:lvl6pPr>
            <a:lvl7pPr lvl="6">
              <a:spcBef>
                <a:spcPts val="0"/>
              </a:spcBef>
              <a:spcAft>
                <a:spcPts val="0"/>
              </a:spcAft>
              <a:buClr>
                <a:schemeClr val="lt1"/>
              </a:buClr>
              <a:buSzPts val="4500"/>
              <a:buNone/>
              <a:defRPr sz="4500">
                <a:solidFill>
                  <a:schemeClr val="lt1"/>
                </a:solidFill>
              </a:defRPr>
            </a:lvl7pPr>
            <a:lvl8pPr lvl="7">
              <a:spcBef>
                <a:spcPts val="0"/>
              </a:spcBef>
              <a:spcAft>
                <a:spcPts val="0"/>
              </a:spcAft>
              <a:buClr>
                <a:schemeClr val="lt1"/>
              </a:buClr>
              <a:buSzPts val="4500"/>
              <a:buNone/>
              <a:defRPr sz="4500">
                <a:solidFill>
                  <a:schemeClr val="lt1"/>
                </a:solidFill>
              </a:defRPr>
            </a:lvl8pPr>
            <a:lvl9pPr lvl="8">
              <a:spcBef>
                <a:spcPts val="0"/>
              </a:spcBef>
              <a:spcAft>
                <a:spcPts val="0"/>
              </a:spcAft>
              <a:buClr>
                <a:schemeClr val="lt1"/>
              </a:buClr>
              <a:buSzPts val="4500"/>
              <a:buNone/>
              <a:defRPr sz="4500">
                <a:solidFill>
                  <a:schemeClr val="lt1"/>
                </a:solidFill>
              </a:defRPr>
            </a:lvl9pPr>
          </a:lstStyle>
          <a:p/>
        </p:txBody>
      </p:sp>
      <p:sp>
        <p:nvSpPr>
          <p:cNvPr id="197" name="Google Shape;197;p31"/>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98" name="Google Shape;198;p31"/>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lt1"/>
              </a:buClr>
              <a:buSzPts val="900"/>
              <a:buChar char="●"/>
              <a:defRPr>
                <a:solidFill>
                  <a:schemeClr val="lt1"/>
                </a:solidFill>
              </a:defRPr>
            </a:lvl1pPr>
            <a:lvl2pPr indent="-285750" lvl="1" marL="914400">
              <a:spcBef>
                <a:spcPts val="0"/>
              </a:spcBef>
              <a:spcAft>
                <a:spcPts val="0"/>
              </a:spcAft>
              <a:buClr>
                <a:schemeClr val="lt1"/>
              </a:buClr>
              <a:buSzPts val="900"/>
              <a:buChar char="○"/>
              <a:defRPr>
                <a:solidFill>
                  <a:schemeClr val="lt1"/>
                </a:solidFill>
              </a:defRPr>
            </a:lvl2pPr>
            <a:lvl3pPr indent="-285750" lvl="2" marL="1371600">
              <a:spcBef>
                <a:spcPts val="0"/>
              </a:spcBef>
              <a:spcAft>
                <a:spcPts val="0"/>
              </a:spcAft>
              <a:buClr>
                <a:schemeClr val="lt1"/>
              </a:buClr>
              <a:buSzPts val="900"/>
              <a:buChar char="■"/>
              <a:defRPr>
                <a:solidFill>
                  <a:schemeClr val="lt1"/>
                </a:solidFill>
              </a:defRPr>
            </a:lvl3pPr>
            <a:lvl4pPr indent="-285750" lvl="3" marL="1828800">
              <a:spcBef>
                <a:spcPts val="0"/>
              </a:spcBef>
              <a:spcAft>
                <a:spcPts val="0"/>
              </a:spcAft>
              <a:buClr>
                <a:schemeClr val="lt1"/>
              </a:buClr>
              <a:buSzPts val="900"/>
              <a:buChar char="●"/>
              <a:defRPr>
                <a:solidFill>
                  <a:schemeClr val="lt1"/>
                </a:solidFill>
              </a:defRPr>
            </a:lvl4pPr>
            <a:lvl5pPr indent="-285750" lvl="4" marL="2286000">
              <a:spcBef>
                <a:spcPts val="0"/>
              </a:spcBef>
              <a:spcAft>
                <a:spcPts val="0"/>
              </a:spcAft>
              <a:buClr>
                <a:schemeClr val="lt1"/>
              </a:buClr>
              <a:buSzPts val="900"/>
              <a:buChar char="○"/>
              <a:defRPr>
                <a:solidFill>
                  <a:schemeClr val="lt1"/>
                </a:solidFill>
              </a:defRPr>
            </a:lvl5pPr>
            <a:lvl6pPr indent="-285750" lvl="5" marL="2743200">
              <a:spcBef>
                <a:spcPts val="0"/>
              </a:spcBef>
              <a:spcAft>
                <a:spcPts val="0"/>
              </a:spcAft>
              <a:buClr>
                <a:schemeClr val="lt1"/>
              </a:buClr>
              <a:buSzPts val="900"/>
              <a:buChar char="■"/>
              <a:defRPr>
                <a:solidFill>
                  <a:schemeClr val="lt1"/>
                </a:solidFill>
              </a:defRPr>
            </a:lvl6pPr>
            <a:lvl7pPr indent="-285750" lvl="6" marL="3200400">
              <a:spcBef>
                <a:spcPts val="0"/>
              </a:spcBef>
              <a:spcAft>
                <a:spcPts val="0"/>
              </a:spcAft>
              <a:buClr>
                <a:schemeClr val="lt1"/>
              </a:buClr>
              <a:buSzPts val="900"/>
              <a:buChar char="●"/>
              <a:defRPr>
                <a:solidFill>
                  <a:schemeClr val="lt1"/>
                </a:solidFill>
              </a:defRPr>
            </a:lvl7pPr>
            <a:lvl8pPr indent="-285750" lvl="7" marL="3657600">
              <a:spcBef>
                <a:spcPts val="0"/>
              </a:spcBef>
              <a:spcAft>
                <a:spcPts val="0"/>
              </a:spcAft>
              <a:buClr>
                <a:schemeClr val="lt1"/>
              </a:buClr>
              <a:buSzPts val="900"/>
              <a:buChar char="○"/>
              <a:defRPr>
                <a:solidFill>
                  <a:schemeClr val="lt1"/>
                </a:solidFill>
              </a:defRPr>
            </a:lvl8pPr>
            <a:lvl9pPr indent="-285750" lvl="8" marL="4114800">
              <a:spcBef>
                <a:spcPts val="0"/>
              </a:spcBef>
              <a:spcAft>
                <a:spcPts val="0"/>
              </a:spcAft>
              <a:buClr>
                <a:schemeClr val="lt1"/>
              </a:buClr>
              <a:buSzPts val="900"/>
              <a:buChar char="■"/>
              <a:defRPr>
                <a:solidFill>
                  <a:schemeClr val="lt1"/>
                </a:solidFill>
              </a:defRPr>
            </a:lvl9pPr>
          </a:lstStyle>
          <a:p/>
        </p:txBody>
      </p:sp>
      <p:cxnSp>
        <p:nvCxnSpPr>
          <p:cNvPr id="199" name="Google Shape;199;p31"/>
          <p:cNvCxnSpPr/>
          <p:nvPr/>
        </p:nvCxnSpPr>
        <p:spPr>
          <a:xfrm flipH="1" rot="10800000">
            <a:off x="225750" y="4678950"/>
            <a:ext cx="8692500" cy="5700"/>
          </a:xfrm>
          <a:prstGeom prst="straightConnector1">
            <a:avLst/>
          </a:prstGeom>
          <a:noFill/>
          <a:ln cap="flat" cmpd="sng" w="9525">
            <a:solidFill>
              <a:schemeClr val="lt1"/>
            </a:solidFill>
            <a:prstDash val="solid"/>
            <a:round/>
            <a:headEnd len="med" w="med" type="none"/>
            <a:tailEnd len="med" w="med" type="none"/>
          </a:ln>
        </p:spPr>
      </p:cxnSp>
      <p:cxnSp>
        <p:nvCxnSpPr>
          <p:cNvPr id="200" name="Google Shape;200;p31"/>
          <p:cNvCxnSpPr/>
          <p:nvPr/>
        </p:nvCxnSpPr>
        <p:spPr>
          <a:xfrm flipH="1" rot="10800000">
            <a:off x="225750" y="1212350"/>
            <a:ext cx="8692500" cy="57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with footer">
  <p:cSld name="CUSTOM_7">
    <p:spTree>
      <p:nvGrpSpPr>
        <p:cNvPr id="201" name="Shape 201"/>
        <p:cNvGrpSpPr/>
        <p:nvPr/>
      </p:nvGrpSpPr>
      <p:grpSpPr>
        <a:xfrm>
          <a:off x="0" y="0"/>
          <a:ext cx="0" cy="0"/>
          <a:chOff x="0" y="0"/>
          <a:chExt cx="0" cy="0"/>
        </a:xfrm>
      </p:grpSpPr>
      <p:sp>
        <p:nvSpPr>
          <p:cNvPr id="202" name="Google Shape;202;p32"/>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3" name="Google Shape;203;p32"/>
          <p:cNvSpPr txBox="1"/>
          <p:nvPr>
            <p:ph type="title"/>
          </p:nvPr>
        </p:nvSpPr>
        <p:spPr>
          <a:xfrm>
            <a:off x="228600" y="665825"/>
            <a:ext cx="5753400" cy="22860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4" name="Google Shape;204;p32"/>
          <p:cNvSpPr/>
          <p:nvPr>
            <p:ph idx="2" type="pic"/>
          </p:nvPr>
        </p:nvSpPr>
        <p:spPr>
          <a:xfrm>
            <a:off x="6777063" y="1017650"/>
            <a:ext cx="1582800" cy="1582800"/>
          </a:xfrm>
          <a:prstGeom prst="rect">
            <a:avLst/>
          </a:prstGeom>
          <a:noFill/>
          <a:ln>
            <a:noFill/>
          </a:ln>
        </p:spPr>
      </p:sp>
      <p:sp>
        <p:nvSpPr>
          <p:cNvPr id="205" name="Google Shape;205;p32"/>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06" name="Google Shape;206;p32"/>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7_1">
    <p:spTree>
      <p:nvGrpSpPr>
        <p:cNvPr id="207" name="Shape 207"/>
        <p:cNvGrpSpPr/>
        <p:nvPr/>
      </p:nvGrpSpPr>
      <p:grpSpPr>
        <a:xfrm>
          <a:off x="0" y="0"/>
          <a:ext cx="0" cy="0"/>
          <a:chOff x="0" y="0"/>
          <a:chExt cx="0" cy="0"/>
        </a:xfrm>
      </p:grpSpPr>
      <p:sp>
        <p:nvSpPr>
          <p:cNvPr id="208" name="Google Shape;208;p33"/>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09" name="Google Shape;209;p33"/>
          <p:cNvSpPr/>
          <p:nvPr/>
        </p:nvSpPr>
        <p:spPr>
          <a:xfrm>
            <a:off x="7005675" y="789050"/>
            <a:ext cx="1582800" cy="1582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33"/>
          <p:cNvSpPr txBox="1"/>
          <p:nvPr>
            <p:ph type="title"/>
          </p:nvPr>
        </p:nvSpPr>
        <p:spPr>
          <a:xfrm>
            <a:off x="228600" y="665825"/>
            <a:ext cx="5753400" cy="22860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1" name="Google Shape;211;p33"/>
          <p:cNvSpPr/>
          <p:nvPr>
            <p:ph idx="2" type="pic"/>
          </p:nvPr>
        </p:nvSpPr>
        <p:spPr>
          <a:xfrm>
            <a:off x="6777063" y="1017650"/>
            <a:ext cx="1582800" cy="1582800"/>
          </a:xfrm>
          <a:prstGeom prst="rect">
            <a:avLst/>
          </a:prstGeom>
          <a:noFill/>
          <a:ln>
            <a:noFill/>
          </a:ln>
        </p:spPr>
      </p:sp>
      <p:cxnSp>
        <p:nvCxnSpPr>
          <p:cNvPr id="212" name="Google Shape;212;p33"/>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p:cSld name="CUSTOM_8">
    <p:spTree>
      <p:nvGrpSpPr>
        <p:cNvPr id="213" name="Shape 213"/>
        <p:cNvGrpSpPr/>
        <p:nvPr/>
      </p:nvGrpSpPr>
      <p:grpSpPr>
        <a:xfrm>
          <a:off x="0" y="0"/>
          <a:ext cx="0" cy="0"/>
          <a:chOff x="0" y="0"/>
          <a:chExt cx="0" cy="0"/>
        </a:xfrm>
      </p:grpSpPr>
      <p:sp>
        <p:nvSpPr>
          <p:cNvPr id="214" name="Google Shape;214;p34"/>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5" name="Google Shape;215;p34"/>
          <p:cNvSpPr txBox="1"/>
          <p:nvPr>
            <p:ph type="title"/>
          </p:nvPr>
        </p:nvSpPr>
        <p:spPr>
          <a:xfrm>
            <a:off x="228600" y="1549575"/>
            <a:ext cx="7938000" cy="22860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6" name="Google Shape;216;p34"/>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17" name="Google Shape;217;p34"/>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8_1">
    <p:spTree>
      <p:nvGrpSpPr>
        <p:cNvPr id="218" name="Shape 218"/>
        <p:cNvGrpSpPr/>
        <p:nvPr/>
      </p:nvGrpSpPr>
      <p:grpSpPr>
        <a:xfrm>
          <a:off x="0" y="0"/>
          <a:ext cx="0" cy="0"/>
          <a:chOff x="0" y="0"/>
          <a:chExt cx="0" cy="0"/>
        </a:xfrm>
      </p:grpSpPr>
      <p:sp>
        <p:nvSpPr>
          <p:cNvPr id="219" name="Google Shape;219;p35"/>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20" name="Google Shape;220;p35"/>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221" name="Google Shape;221;p35"/>
          <p:cNvSpPr txBox="1"/>
          <p:nvPr>
            <p:ph type="title"/>
          </p:nvPr>
        </p:nvSpPr>
        <p:spPr>
          <a:xfrm>
            <a:off x="229450" y="332175"/>
            <a:ext cx="8686800" cy="8745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8_1_1">
    <p:spTree>
      <p:nvGrpSpPr>
        <p:cNvPr id="222" name="Shape 222"/>
        <p:cNvGrpSpPr/>
        <p:nvPr/>
      </p:nvGrpSpPr>
      <p:grpSpPr>
        <a:xfrm>
          <a:off x="0" y="0"/>
          <a:ext cx="0" cy="0"/>
          <a:chOff x="0" y="0"/>
          <a:chExt cx="0" cy="0"/>
        </a:xfrm>
      </p:grpSpPr>
      <p:sp>
        <p:nvSpPr>
          <p:cNvPr id="223" name="Google Shape;223;p36"/>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24" name="Google Shape;224;p36"/>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225" name="Google Shape;225;p36"/>
          <p:cNvSpPr txBox="1"/>
          <p:nvPr>
            <p:ph type="title"/>
          </p:nvPr>
        </p:nvSpPr>
        <p:spPr>
          <a:xfrm>
            <a:off x="228600" y="2236650"/>
            <a:ext cx="3551400" cy="6702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with footer">
  <p:cSld name="ONE_COLUMN_TEXT">
    <p:spTree>
      <p:nvGrpSpPr>
        <p:cNvPr id="226" name="Shape 226"/>
        <p:cNvGrpSpPr/>
        <p:nvPr/>
      </p:nvGrpSpPr>
      <p:grpSpPr>
        <a:xfrm>
          <a:off x="0" y="0"/>
          <a:ext cx="0" cy="0"/>
          <a:chOff x="0" y="0"/>
          <a:chExt cx="0" cy="0"/>
        </a:xfrm>
      </p:grpSpPr>
      <p:sp>
        <p:nvSpPr>
          <p:cNvPr id="227" name="Google Shape;227;p37"/>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8" name="Google Shape;228;p37"/>
          <p:cNvSpPr txBox="1"/>
          <p:nvPr>
            <p:ph type="title"/>
          </p:nvPr>
        </p:nvSpPr>
        <p:spPr>
          <a:xfrm>
            <a:off x="228600" y="2236650"/>
            <a:ext cx="3551400" cy="6702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229" name="Google Shape;229;p37"/>
          <p:cNvSpPr txBox="1"/>
          <p:nvPr>
            <p:ph idx="1" type="subTitle"/>
          </p:nvPr>
        </p:nvSpPr>
        <p:spPr>
          <a:xfrm>
            <a:off x="4572000" y="1004700"/>
            <a:ext cx="4343400" cy="31341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30" name="Google Shape;230;p37"/>
          <p:cNvSpPr txBox="1"/>
          <p:nvPr>
            <p:ph idx="2"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31" name="Google Shape;231;p37"/>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ONE_COLUMN_TEXT_2">
    <p:spTree>
      <p:nvGrpSpPr>
        <p:cNvPr id="232" name="Shape 232"/>
        <p:cNvGrpSpPr/>
        <p:nvPr/>
      </p:nvGrpSpPr>
      <p:grpSpPr>
        <a:xfrm>
          <a:off x="0" y="0"/>
          <a:ext cx="0" cy="0"/>
          <a:chOff x="0" y="0"/>
          <a:chExt cx="0" cy="0"/>
        </a:xfrm>
      </p:grpSpPr>
      <p:sp>
        <p:nvSpPr>
          <p:cNvPr id="233" name="Google Shape;233;p38"/>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4" name="Google Shape;234;p38"/>
          <p:cNvSpPr txBox="1"/>
          <p:nvPr>
            <p:ph type="title"/>
          </p:nvPr>
        </p:nvSpPr>
        <p:spPr>
          <a:xfrm>
            <a:off x="228600" y="2236650"/>
            <a:ext cx="3551400" cy="6702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235" name="Google Shape;235;p38"/>
          <p:cNvSpPr txBox="1"/>
          <p:nvPr>
            <p:ph idx="1" type="subTitle"/>
          </p:nvPr>
        </p:nvSpPr>
        <p:spPr>
          <a:xfrm>
            <a:off x="4572000" y="1004700"/>
            <a:ext cx="4343400" cy="31341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cxnSp>
        <p:nvCxnSpPr>
          <p:cNvPr id="236" name="Google Shape;236;p38"/>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ONE_COLUMN_TEXT_1">
    <p:spTree>
      <p:nvGrpSpPr>
        <p:cNvPr id="237" name="Shape 237"/>
        <p:cNvGrpSpPr/>
        <p:nvPr/>
      </p:nvGrpSpPr>
      <p:grpSpPr>
        <a:xfrm>
          <a:off x="0" y="0"/>
          <a:ext cx="0" cy="0"/>
          <a:chOff x="0" y="0"/>
          <a:chExt cx="0" cy="0"/>
        </a:xfrm>
      </p:grpSpPr>
      <p:sp>
        <p:nvSpPr>
          <p:cNvPr id="238" name="Google Shape;238;p39"/>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9" name="Google Shape;239;p39"/>
          <p:cNvSpPr txBox="1"/>
          <p:nvPr>
            <p:ph type="title"/>
          </p:nvPr>
        </p:nvSpPr>
        <p:spPr>
          <a:xfrm>
            <a:off x="228600" y="2089772"/>
            <a:ext cx="3551400" cy="6702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240" name="Google Shape;240;p39"/>
          <p:cNvSpPr txBox="1"/>
          <p:nvPr>
            <p:ph idx="1" type="subTitle"/>
          </p:nvPr>
        </p:nvSpPr>
        <p:spPr>
          <a:xfrm>
            <a:off x="6074275" y="1004700"/>
            <a:ext cx="2558700" cy="31341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41" name="Google Shape;241;p39"/>
          <p:cNvSpPr txBox="1"/>
          <p:nvPr>
            <p:ph idx="2" type="subTitle"/>
          </p:nvPr>
        </p:nvSpPr>
        <p:spPr>
          <a:xfrm>
            <a:off x="4292700" y="1004700"/>
            <a:ext cx="1671000" cy="31341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b="1"/>
            </a:lvl1pPr>
            <a:lvl2pPr lvl="1" algn="r">
              <a:spcBef>
                <a:spcPts val="0"/>
              </a:spcBef>
              <a:spcAft>
                <a:spcPts val="0"/>
              </a:spcAft>
              <a:buSzPts val="2000"/>
              <a:buNone/>
              <a:defRPr b="1"/>
            </a:lvl2pPr>
            <a:lvl3pPr lvl="2" algn="r">
              <a:spcBef>
                <a:spcPts val="0"/>
              </a:spcBef>
              <a:spcAft>
                <a:spcPts val="0"/>
              </a:spcAft>
              <a:buSzPts val="2000"/>
              <a:buNone/>
              <a:defRPr b="1"/>
            </a:lvl3pPr>
            <a:lvl4pPr lvl="3" algn="r">
              <a:spcBef>
                <a:spcPts val="0"/>
              </a:spcBef>
              <a:spcAft>
                <a:spcPts val="0"/>
              </a:spcAft>
              <a:buSzPts val="2000"/>
              <a:buNone/>
              <a:defRPr b="1"/>
            </a:lvl4pPr>
            <a:lvl5pPr lvl="4" algn="r">
              <a:spcBef>
                <a:spcPts val="0"/>
              </a:spcBef>
              <a:spcAft>
                <a:spcPts val="0"/>
              </a:spcAft>
              <a:buSzPts val="2000"/>
              <a:buNone/>
              <a:defRPr b="1"/>
            </a:lvl5pPr>
            <a:lvl6pPr lvl="5" algn="r">
              <a:spcBef>
                <a:spcPts val="0"/>
              </a:spcBef>
              <a:spcAft>
                <a:spcPts val="0"/>
              </a:spcAft>
              <a:buSzPts val="2000"/>
              <a:buNone/>
              <a:defRPr b="1"/>
            </a:lvl6pPr>
            <a:lvl7pPr lvl="6" algn="r">
              <a:spcBef>
                <a:spcPts val="0"/>
              </a:spcBef>
              <a:spcAft>
                <a:spcPts val="0"/>
              </a:spcAft>
              <a:buSzPts val="2000"/>
              <a:buNone/>
              <a:defRPr b="1"/>
            </a:lvl7pPr>
            <a:lvl8pPr lvl="7" algn="r">
              <a:spcBef>
                <a:spcPts val="0"/>
              </a:spcBef>
              <a:spcAft>
                <a:spcPts val="0"/>
              </a:spcAft>
              <a:buSzPts val="2000"/>
              <a:buNone/>
              <a:defRPr b="1"/>
            </a:lvl8pPr>
            <a:lvl9pPr lvl="8" algn="r">
              <a:spcBef>
                <a:spcPts val="0"/>
              </a:spcBef>
              <a:spcAft>
                <a:spcPts val="0"/>
              </a:spcAft>
              <a:buSzPts val="2000"/>
              <a:buNone/>
              <a:defRPr b="1"/>
            </a:lvl9pPr>
          </a:lstStyle>
          <a:p/>
        </p:txBody>
      </p:sp>
      <p:sp>
        <p:nvSpPr>
          <p:cNvPr id="242" name="Google Shape;242;p39"/>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43" name="Google Shape;243;p39"/>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with footer">
  <p:cSld name="CUSTOM_4">
    <p:spTree>
      <p:nvGrpSpPr>
        <p:cNvPr id="244" name="Shape 244"/>
        <p:cNvGrpSpPr/>
        <p:nvPr/>
      </p:nvGrpSpPr>
      <p:grpSpPr>
        <a:xfrm>
          <a:off x="0" y="0"/>
          <a:ext cx="0" cy="0"/>
          <a:chOff x="0" y="0"/>
          <a:chExt cx="0" cy="0"/>
        </a:xfrm>
      </p:grpSpPr>
      <p:sp>
        <p:nvSpPr>
          <p:cNvPr id="245" name="Google Shape;245;p40"/>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40"/>
          <p:cNvSpPr txBox="1"/>
          <p:nvPr>
            <p:ph type="title"/>
          </p:nvPr>
        </p:nvSpPr>
        <p:spPr>
          <a:xfrm>
            <a:off x="229450" y="332175"/>
            <a:ext cx="8686800" cy="8745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247" name="Google Shape;247;p40"/>
          <p:cNvSpPr txBox="1"/>
          <p:nvPr>
            <p:ph idx="1" type="body"/>
          </p:nvPr>
        </p:nvSpPr>
        <p:spPr>
          <a:xfrm>
            <a:off x="229450" y="1294950"/>
            <a:ext cx="3566100" cy="2872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48" name="Google Shape;248;p40"/>
          <p:cNvSpPr txBox="1"/>
          <p:nvPr>
            <p:ph idx="2" type="body"/>
          </p:nvPr>
        </p:nvSpPr>
        <p:spPr>
          <a:xfrm>
            <a:off x="4572850" y="1294950"/>
            <a:ext cx="3566100" cy="2872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49" name="Google Shape;249;p40"/>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50" name="Google Shape;250;p40"/>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4_1">
    <p:spTree>
      <p:nvGrpSpPr>
        <p:cNvPr id="251" name="Shape 251"/>
        <p:cNvGrpSpPr/>
        <p:nvPr/>
      </p:nvGrpSpPr>
      <p:grpSpPr>
        <a:xfrm>
          <a:off x="0" y="0"/>
          <a:ext cx="0" cy="0"/>
          <a:chOff x="0" y="0"/>
          <a:chExt cx="0" cy="0"/>
        </a:xfrm>
      </p:grpSpPr>
      <p:sp>
        <p:nvSpPr>
          <p:cNvPr id="252" name="Google Shape;252;p41"/>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41"/>
          <p:cNvSpPr txBox="1"/>
          <p:nvPr>
            <p:ph type="title"/>
          </p:nvPr>
        </p:nvSpPr>
        <p:spPr>
          <a:xfrm>
            <a:off x="229450" y="332175"/>
            <a:ext cx="8686800" cy="8745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254" name="Google Shape;254;p41"/>
          <p:cNvSpPr txBox="1"/>
          <p:nvPr>
            <p:ph idx="1" type="body"/>
          </p:nvPr>
        </p:nvSpPr>
        <p:spPr>
          <a:xfrm>
            <a:off x="229450" y="1294950"/>
            <a:ext cx="3566100" cy="2872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55" name="Google Shape;255;p41"/>
          <p:cNvSpPr txBox="1"/>
          <p:nvPr>
            <p:ph idx="2" type="body"/>
          </p:nvPr>
        </p:nvSpPr>
        <p:spPr>
          <a:xfrm>
            <a:off x="4572850" y="1294950"/>
            <a:ext cx="3566100" cy="2872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56" name="Google Shape;256;p41"/>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image boards">
  <p:cSld name="CUSTOM_1">
    <p:spTree>
      <p:nvGrpSpPr>
        <p:cNvPr id="257" name="Shape 257"/>
        <p:cNvGrpSpPr/>
        <p:nvPr/>
      </p:nvGrpSpPr>
      <p:grpSpPr>
        <a:xfrm>
          <a:off x="0" y="0"/>
          <a:ext cx="0" cy="0"/>
          <a:chOff x="0" y="0"/>
          <a:chExt cx="0" cy="0"/>
        </a:xfrm>
      </p:grpSpPr>
      <p:sp>
        <p:nvSpPr>
          <p:cNvPr id="258" name="Google Shape;258;p42"/>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9" name="Google Shape;259;p42"/>
          <p:cNvSpPr txBox="1"/>
          <p:nvPr>
            <p:ph idx="1" type="subTitle"/>
          </p:nvPr>
        </p:nvSpPr>
        <p:spPr>
          <a:xfrm>
            <a:off x="228600" y="164350"/>
            <a:ext cx="3514200" cy="42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60" name="Google Shape;260;p42"/>
          <p:cNvSpPr/>
          <p:nvPr>
            <p:ph idx="2" type="pic"/>
          </p:nvPr>
        </p:nvSpPr>
        <p:spPr>
          <a:xfrm>
            <a:off x="228600" y="1870200"/>
            <a:ext cx="2024400" cy="2314200"/>
          </a:xfrm>
          <a:prstGeom prst="rect">
            <a:avLst/>
          </a:prstGeom>
          <a:noFill/>
          <a:ln>
            <a:noFill/>
          </a:ln>
        </p:spPr>
      </p:sp>
      <p:sp>
        <p:nvSpPr>
          <p:cNvPr id="261" name="Google Shape;261;p42"/>
          <p:cNvSpPr/>
          <p:nvPr>
            <p:ph idx="3" type="pic"/>
          </p:nvPr>
        </p:nvSpPr>
        <p:spPr>
          <a:xfrm>
            <a:off x="3864875" y="1870200"/>
            <a:ext cx="3561900" cy="2314200"/>
          </a:xfrm>
          <a:prstGeom prst="rect">
            <a:avLst/>
          </a:prstGeom>
          <a:noFill/>
          <a:ln>
            <a:noFill/>
          </a:ln>
        </p:spPr>
      </p:sp>
      <p:sp>
        <p:nvSpPr>
          <p:cNvPr id="262" name="Google Shape;262;p42"/>
          <p:cNvSpPr/>
          <p:nvPr>
            <p:ph idx="4" type="pic"/>
          </p:nvPr>
        </p:nvSpPr>
        <p:spPr>
          <a:xfrm>
            <a:off x="7547700" y="1870200"/>
            <a:ext cx="1367700" cy="2314200"/>
          </a:xfrm>
          <a:prstGeom prst="rect">
            <a:avLst/>
          </a:prstGeom>
          <a:noFill/>
          <a:ln>
            <a:noFill/>
          </a:ln>
        </p:spPr>
      </p:sp>
      <p:sp>
        <p:nvSpPr>
          <p:cNvPr id="263" name="Google Shape;263;p42"/>
          <p:cNvSpPr/>
          <p:nvPr>
            <p:ph idx="5" type="pic"/>
          </p:nvPr>
        </p:nvSpPr>
        <p:spPr>
          <a:xfrm>
            <a:off x="2375088" y="1870200"/>
            <a:ext cx="1367700" cy="2314200"/>
          </a:xfrm>
          <a:prstGeom prst="rect">
            <a:avLst/>
          </a:prstGeom>
          <a:noFill/>
          <a:ln>
            <a:noFill/>
          </a:ln>
        </p:spPr>
      </p:sp>
      <p:sp>
        <p:nvSpPr>
          <p:cNvPr id="264" name="Google Shape;264;p42"/>
          <p:cNvSpPr txBox="1"/>
          <p:nvPr>
            <p:ph idx="6"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65" name="Google Shape;265;p42"/>
          <p:cNvSpPr txBox="1"/>
          <p:nvPr>
            <p:ph idx="7" type="body"/>
          </p:nvPr>
        </p:nvSpPr>
        <p:spPr>
          <a:xfrm>
            <a:off x="228600" y="593650"/>
            <a:ext cx="3514200" cy="8928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66" name="Google Shape;266;p42"/>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 boards">
  <p:cSld name="CUSTOM_1_1">
    <p:spTree>
      <p:nvGrpSpPr>
        <p:cNvPr id="267" name="Shape 267"/>
        <p:cNvGrpSpPr/>
        <p:nvPr/>
      </p:nvGrpSpPr>
      <p:grpSpPr>
        <a:xfrm>
          <a:off x="0" y="0"/>
          <a:ext cx="0" cy="0"/>
          <a:chOff x="0" y="0"/>
          <a:chExt cx="0" cy="0"/>
        </a:xfrm>
      </p:grpSpPr>
      <p:sp>
        <p:nvSpPr>
          <p:cNvPr id="268" name="Google Shape;268;p43"/>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9" name="Google Shape;269;p43"/>
          <p:cNvSpPr txBox="1"/>
          <p:nvPr>
            <p:ph idx="1" type="subTitle"/>
          </p:nvPr>
        </p:nvSpPr>
        <p:spPr>
          <a:xfrm>
            <a:off x="228600" y="164350"/>
            <a:ext cx="3514200" cy="42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70" name="Google Shape;270;p43"/>
          <p:cNvSpPr/>
          <p:nvPr>
            <p:ph idx="2" type="pic"/>
          </p:nvPr>
        </p:nvSpPr>
        <p:spPr>
          <a:xfrm>
            <a:off x="228600" y="1617150"/>
            <a:ext cx="2820300" cy="2820300"/>
          </a:xfrm>
          <a:prstGeom prst="rect">
            <a:avLst/>
          </a:prstGeom>
          <a:noFill/>
          <a:ln>
            <a:noFill/>
          </a:ln>
        </p:spPr>
      </p:sp>
      <p:sp>
        <p:nvSpPr>
          <p:cNvPr id="271" name="Google Shape;271;p43"/>
          <p:cNvSpPr/>
          <p:nvPr>
            <p:ph idx="3" type="pic"/>
          </p:nvPr>
        </p:nvSpPr>
        <p:spPr>
          <a:xfrm>
            <a:off x="3161800" y="1617150"/>
            <a:ext cx="2820300" cy="2820300"/>
          </a:xfrm>
          <a:prstGeom prst="rect">
            <a:avLst/>
          </a:prstGeom>
          <a:noFill/>
          <a:ln>
            <a:noFill/>
          </a:ln>
        </p:spPr>
      </p:sp>
      <p:sp>
        <p:nvSpPr>
          <p:cNvPr id="272" name="Google Shape;272;p43"/>
          <p:cNvSpPr/>
          <p:nvPr>
            <p:ph idx="4" type="pic"/>
          </p:nvPr>
        </p:nvSpPr>
        <p:spPr>
          <a:xfrm>
            <a:off x="6095000" y="1617150"/>
            <a:ext cx="2820300" cy="2820300"/>
          </a:xfrm>
          <a:prstGeom prst="rect">
            <a:avLst/>
          </a:prstGeom>
          <a:noFill/>
          <a:ln>
            <a:noFill/>
          </a:ln>
        </p:spPr>
      </p:sp>
      <p:sp>
        <p:nvSpPr>
          <p:cNvPr id="273" name="Google Shape;273;p43"/>
          <p:cNvSpPr txBox="1"/>
          <p:nvPr>
            <p:ph idx="5"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74" name="Google Shape;274;p43"/>
          <p:cNvSpPr txBox="1"/>
          <p:nvPr>
            <p:ph idx="6" type="body"/>
          </p:nvPr>
        </p:nvSpPr>
        <p:spPr>
          <a:xfrm>
            <a:off x="228600" y="593650"/>
            <a:ext cx="3514200" cy="8928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75" name="Google Shape;275;p43"/>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boards">
  <p:cSld name="CUSTOM_1_1_1">
    <p:spTree>
      <p:nvGrpSpPr>
        <p:cNvPr id="276" name="Shape 276"/>
        <p:cNvGrpSpPr/>
        <p:nvPr/>
      </p:nvGrpSpPr>
      <p:grpSpPr>
        <a:xfrm>
          <a:off x="0" y="0"/>
          <a:ext cx="0" cy="0"/>
          <a:chOff x="0" y="0"/>
          <a:chExt cx="0" cy="0"/>
        </a:xfrm>
      </p:grpSpPr>
      <p:sp>
        <p:nvSpPr>
          <p:cNvPr id="277" name="Google Shape;277;p44"/>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78" name="Google Shape;278;p44"/>
          <p:cNvSpPr txBox="1"/>
          <p:nvPr>
            <p:ph idx="1" type="subTitle"/>
          </p:nvPr>
        </p:nvSpPr>
        <p:spPr>
          <a:xfrm>
            <a:off x="228600" y="164350"/>
            <a:ext cx="3514200" cy="42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79" name="Google Shape;279;p44"/>
          <p:cNvSpPr/>
          <p:nvPr>
            <p:ph idx="2" type="pic"/>
          </p:nvPr>
        </p:nvSpPr>
        <p:spPr>
          <a:xfrm>
            <a:off x="4633050" y="1617150"/>
            <a:ext cx="4282500" cy="2820300"/>
          </a:xfrm>
          <a:prstGeom prst="rect">
            <a:avLst/>
          </a:prstGeom>
          <a:noFill/>
          <a:ln>
            <a:noFill/>
          </a:ln>
        </p:spPr>
      </p:sp>
      <p:sp>
        <p:nvSpPr>
          <p:cNvPr id="280" name="Google Shape;280;p44"/>
          <p:cNvSpPr/>
          <p:nvPr>
            <p:ph idx="3" type="pic"/>
          </p:nvPr>
        </p:nvSpPr>
        <p:spPr>
          <a:xfrm>
            <a:off x="228600" y="1617150"/>
            <a:ext cx="4282500" cy="2820300"/>
          </a:xfrm>
          <a:prstGeom prst="rect">
            <a:avLst/>
          </a:prstGeom>
          <a:noFill/>
          <a:ln>
            <a:noFill/>
          </a:ln>
        </p:spPr>
      </p:sp>
      <p:sp>
        <p:nvSpPr>
          <p:cNvPr id="281" name="Google Shape;281;p44"/>
          <p:cNvSpPr txBox="1"/>
          <p:nvPr>
            <p:ph idx="4"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82" name="Google Shape;282;p44"/>
          <p:cNvSpPr txBox="1"/>
          <p:nvPr>
            <p:ph idx="5" type="body"/>
          </p:nvPr>
        </p:nvSpPr>
        <p:spPr>
          <a:xfrm>
            <a:off x="228600" y="593650"/>
            <a:ext cx="3514200" cy="8928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83" name="Google Shape;283;p44"/>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boards vertical">
  <p:cSld name="CUSTOM_1_1_1_1">
    <p:spTree>
      <p:nvGrpSpPr>
        <p:cNvPr id="284" name="Shape 284"/>
        <p:cNvGrpSpPr/>
        <p:nvPr/>
      </p:nvGrpSpPr>
      <p:grpSpPr>
        <a:xfrm>
          <a:off x="0" y="0"/>
          <a:ext cx="0" cy="0"/>
          <a:chOff x="0" y="0"/>
          <a:chExt cx="0" cy="0"/>
        </a:xfrm>
      </p:grpSpPr>
      <p:sp>
        <p:nvSpPr>
          <p:cNvPr id="285" name="Google Shape;285;p45"/>
          <p:cNvSpPr/>
          <p:nvPr>
            <p:ph idx="2" type="pic"/>
          </p:nvPr>
        </p:nvSpPr>
        <p:spPr>
          <a:xfrm>
            <a:off x="3161800" y="164350"/>
            <a:ext cx="2820300" cy="4304700"/>
          </a:xfrm>
          <a:prstGeom prst="rect">
            <a:avLst/>
          </a:prstGeom>
          <a:noFill/>
          <a:ln>
            <a:noFill/>
          </a:ln>
        </p:spPr>
      </p:sp>
      <p:sp>
        <p:nvSpPr>
          <p:cNvPr id="286" name="Google Shape;286;p45"/>
          <p:cNvSpPr/>
          <p:nvPr>
            <p:ph idx="3" type="pic"/>
          </p:nvPr>
        </p:nvSpPr>
        <p:spPr>
          <a:xfrm>
            <a:off x="6095100" y="164350"/>
            <a:ext cx="2820300" cy="4304700"/>
          </a:xfrm>
          <a:prstGeom prst="rect">
            <a:avLst/>
          </a:prstGeom>
          <a:noFill/>
          <a:ln>
            <a:noFill/>
          </a:ln>
        </p:spPr>
      </p:sp>
      <p:sp>
        <p:nvSpPr>
          <p:cNvPr id="287" name="Google Shape;287;p45"/>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45"/>
          <p:cNvSpPr txBox="1"/>
          <p:nvPr>
            <p:ph idx="1" type="subTitle"/>
          </p:nvPr>
        </p:nvSpPr>
        <p:spPr>
          <a:xfrm>
            <a:off x="228600" y="164350"/>
            <a:ext cx="2820300" cy="42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89" name="Google Shape;289;p45"/>
          <p:cNvSpPr txBox="1"/>
          <p:nvPr>
            <p:ph idx="4"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90" name="Google Shape;290;p45"/>
          <p:cNvSpPr txBox="1"/>
          <p:nvPr>
            <p:ph idx="5" type="body"/>
          </p:nvPr>
        </p:nvSpPr>
        <p:spPr>
          <a:xfrm>
            <a:off x="228600" y="593650"/>
            <a:ext cx="2171400" cy="8928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91" name="Google Shape;291;p45"/>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292" name="Shape 292"/>
        <p:cNvGrpSpPr/>
        <p:nvPr/>
      </p:nvGrpSpPr>
      <p:grpSpPr>
        <a:xfrm>
          <a:off x="0" y="0"/>
          <a:ext cx="0" cy="0"/>
          <a:chOff x="0" y="0"/>
          <a:chExt cx="0" cy="0"/>
        </a:xfrm>
      </p:grpSpPr>
      <p:sp>
        <p:nvSpPr>
          <p:cNvPr id="293" name="Google Shape;293;p46"/>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94" name="Google Shape;294;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square image board">
  <p:cSld name="CUSTOM_1_1_1_1_1">
    <p:spTree>
      <p:nvGrpSpPr>
        <p:cNvPr id="295" name="Shape 295"/>
        <p:cNvGrpSpPr/>
        <p:nvPr/>
      </p:nvGrpSpPr>
      <p:grpSpPr>
        <a:xfrm>
          <a:off x="0" y="0"/>
          <a:ext cx="0" cy="0"/>
          <a:chOff x="0" y="0"/>
          <a:chExt cx="0" cy="0"/>
        </a:xfrm>
      </p:grpSpPr>
      <p:sp>
        <p:nvSpPr>
          <p:cNvPr id="296" name="Google Shape;296;p47"/>
          <p:cNvSpPr/>
          <p:nvPr>
            <p:ph idx="2" type="pic"/>
          </p:nvPr>
        </p:nvSpPr>
        <p:spPr>
          <a:xfrm>
            <a:off x="4569950" y="164350"/>
            <a:ext cx="4343100" cy="4304700"/>
          </a:xfrm>
          <a:prstGeom prst="rect">
            <a:avLst/>
          </a:prstGeom>
          <a:noFill/>
          <a:ln>
            <a:noFill/>
          </a:ln>
        </p:spPr>
      </p:sp>
      <p:sp>
        <p:nvSpPr>
          <p:cNvPr id="297" name="Google Shape;297;p47"/>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98" name="Google Shape;298;p47"/>
          <p:cNvSpPr txBox="1"/>
          <p:nvPr>
            <p:ph idx="1" type="subTitle"/>
          </p:nvPr>
        </p:nvSpPr>
        <p:spPr>
          <a:xfrm>
            <a:off x="228600" y="164350"/>
            <a:ext cx="2820300" cy="42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99" name="Google Shape;299;p47"/>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00" name="Google Shape;300;p47"/>
          <p:cNvSpPr txBox="1"/>
          <p:nvPr>
            <p:ph idx="4" type="body"/>
          </p:nvPr>
        </p:nvSpPr>
        <p:spPr>
          <a:xfrm>
            <a:off x="228600" y="593650"/>
            <a:ext cx="2171400" cy="8928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301" name="Google Shape;301;p47"/>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landscape image board">
  <p:cSld name="CUSTOM_1_1_1_1_1_1">
    <p:spTree>
      <p:nvGrpSpPr>
        <p:cNvPr id="302" name="Shape 302"/>
        <p:cNvGrpSpPr/>
        <p:nvPr/>
      </p:nvGrpSpPr>
      <p:grpSpPr>
        <a:xfrm>
          <a:off x="0" y="0"/>
          <a:ext cx="0" cy="0"/>
          <a:chOff x="0" y="0"/>
          <a:chExt cx="0" cy="0"/>
        </a:xfrm>
      </p:grpSpPr>
      <p:sp>
        <p:nvSpPr>
          <p:cNvPr id="303" name="Google Shape;303;p48"/>
          <p:cNvSpPr/>
          <p:nvPr>
            <p:ph idx="2" type="pic"/>
          </p:nvPr>
        </p:nvSpPr>
        <p:spPr>
          <a:xfrm>
            <a:off x="3161800" y="164350"/>
            <a:ext cx="5751300" cy="4304700"/>
          </a:xfrm>
          <a:prstGeom prst="rect">
            <a:avLst/>
          </a:prstGeom>
          <a:noFill/>
          <a:ln>
            <a:noFill/>
          </a:ln>
        </p:spPr>
      </p:sp>
      <p:sp>
        <p:nvSpPr>
          <p:cNvPr id="304" name="Google Shape;304;p48"/>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5" name="Google Shape;305;p48"/>
          <p:cNvSpPr txBox="1"/>
          <p:nvPr>
            <p:ph idx="1" type="subTitle"/>
          </p:nvPr>
        </p:nvSpPr>
        <p:spPr>
          <a:xfrm>
            <a:off x="228600" y="3290275"/>
            <a:ext cx="2820300" cy="42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306" name="Google Shape;306;p48"/>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07" name="Google Shape;307;p48"/>
          <p:cNvSpPr txBox="1"/>
          <p:nvPr>
            <p:ph idx="4" type="body"/>
          </p:nvPr>
        </p:nvSpPr>
        <p:spPr>
          <a:xfrm>
            <a:off x="228600" y="3719575"/>
            <a:ext cx="2171400" cy="749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308" name="Google Shape;308;p48"/>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body and image">
  <p:cSld name="CUSTOM_1_1_1_1_1_1_2">
    <p:spTree>
      <p:nvGrpSpPr>
        <p:cNvPr id="309" name="Shape 309"/>
        <p:cNvGrpSpPr/>
        <p:nvPr/>
      </p:nvGrpSpPr>
      <p:grpSpPr>
        <a:xfrm>
          <a:off x="0" y="0"/>
          <a:ext cx="0" cy="0"/>
          <a:chOff x="0" y="0"/>
          <a:chExt cx="0" cy="0"/>
        </a:xfrm>
      </p:grpSpPr>
      <p:sp>
        <p:nvSpPr>
          <p:cNvPr id="310" name="Google Shape;310;p49"/>
          <p:cNvSpPr/>
          <p:nvPr>
            <p:ph idx="2" type="pic"/>
          </p:nvPr>
        </p:nvSpPr>
        <p:spPr>
          <a:xfrm>
            <a:off x="3161800" y="164350"/>
            <a:ext cx="5751300" cy="4304700"/>
          </a:xfrm>
          <a:prstGeom prst="rect">
            <a:avLst/>
          </a:prstGeom>
          <a:noFill/>
          <a:ln>
            <a:noFill/>
          </a:ln>
        </p:spPr>
      </p:sp>
      <p:sp>
        <p:nvSpPr>
          <p:cNvPr id="311" name="Google Shape;311;p49"/>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12" name="Google Shape;312;p49"/>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13" name="Google Shape;313;p49"/>
          <p:cNvSpPr txBox="1"/>
          <p:nvPr>
            <p:ph idx="3" type="body"/>
          </p:nvPr>
        </p:nvSpPr>
        <p:spPr>
          <a:xfrm>
            <a:off x="228600" y="3719575"/>
            <a:ext cx="2171400" cy="749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314" name="Google Shape;314;p49"/>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315" name="Google Shape;315;p49"/>
          <p:cNvSpPr txBox="1"/>
          <p:nvPr>
            <p:ph type="title"/>
          </p:nvPr>
        </p:nvSpPr>
        <p:spPr>
          <a:xfrm>
            <a:off x="228600" y="164350"/>
            <a:ext cx="2670300" cy="28731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_1">
    <p:spTree>
      <p:nvGrpSpPr>
        <p:cNvPr id="316" name="Shape 316"/>
        <p:cNvGrpSpPr/>
        <p:nvPr/>
      </p:nvGrpSpPr>
      <p:grpSpPr>
        <a:xfrm>
          <a:off x="0" y="0"/>
          <a:ext cx="0" cy="0"/>
          <a:chOff x="0" y="0"/>
          <a:chExt cx="0" cy="0"/>
        </a:xfrm>
      </p:grpSpPr>
      <p:sp>
        <p:nvSpPr>
          <p:cNvPr id="317" name="Google Shape;317;p5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8" name="Google Shape;318;p5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9" name="Google Shape;319;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20" name="Shape 320"/>
        <p:cNvGrpSpPr/>
        <p:nvPr/>
      </p:nvGrpSpPr>
      <p:grpSpPr>
        <a:xfrm>
          <a:off x="0" y="0"/>
          <a:ext cx="0" cy="0"/>
          <a:chOff x="0" y="0"/>
          <a:chExt cx="0" cy="0"/>
        </a:xfrm>
      </p:grpSpPr>
      <p:sp>
        <p:nvSpPr>
          <p:cNvPr id="321" name="Google Shape;321;p51"/>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5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23" name="Google Shape;323;p51"/>
          <p:cNvSpPr txBox="1"/>
          <p:nvPr>
            <p:ph idx="1" type="subTitle"/>
          </p:nvPr>
        </p:nvSpPr>
        <p:spPr>
          <a:xfrm>
            <a:off x="265500" y="2803075"/>
            <a:ext cx="4045200" cy="1235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24" name="Google Shape;324;p5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Clr>
                <a:schemeClr val="lt1"/>
              </a:buClr>
              <a:buSzPts val="900"/>
              <a:buChar char="●"/>
              <a:defRPr>
                <a:solidFill>
                  <a:schemeClr val="lt1"/>
                </a:solidFill>
              </a:defRPr>
            </a:lvl1pPr>
            <a:lvl2pPr indent="-285750" lvl="1" marL="914400">
              <a:spcBef>
                <a:spcPts val="0"/>
              </a:spcBef>
              <a:spcAft>
                <a:spcPts val="0"/>
              </a:spcAft>
              <a:buClr>
                <a:schemeClr val="lt1"/>
              </a:buClr>
              <a:buSzPts val="900"/>
              <a:buChar char="○"/>
              <a:defRPr>
                <a:solidFill>
                  <a:schemeClr val="lt1"/>
                </a:solidFill>
              </a:defRPr>
            </a:lvl2pPr>
            <a:lvl3pPr indent="-285750" lvl="2" marL="1371600">
              <a:spcBef>
                <a:spcPts val="0"/>
              </a:spcBef>
              <a:spcAft>
                <a:spcPts val="0"/>
              </a:spcAft>
              <a:buClr>
                <a:schemeClr val="lt1"/>
              </a:buClr>
              <a:buSzPts val="900"/>
              <a:buChar char="■"/>
              <a:defRPr>
                <a:solidFill>
                  <a:schemeClr val="lt1"/>
                </a:solidFill>
              </a:defRPr>
            </a:lvl3pPr>
            <a:lvl4pPr indent="-285750" lvl="3" marL="1828800">
              <a:spcBef>
                <a:spcPts val="0"/>
              </a:spcBef>
              <a:spcAft>
                <a:spcPts val="0"/>
              </a:spcAft>
              <a:buClr>
                <a:schemeClr val="lt1"/>
              </a:buClr>
              <a:buSzPts val="900"/>
              <a:buChar char="●"/>
              <a:defRPr>
                <a:solidFill>
                  <a:schemeClr val="lt1"/>
                </a:solidFill>
              </a:defRPr>
            </a:lvl4pPr>
            <a:lvl5pPr indent="-285750" lvl="4" marL="2286000">
              <a:spcBef>
                <a:spcPts val="0"/>
              </a:spcBef>
              <a:spcAft>
                <a:spcPts val="0"/>
              </a:spcAft>
              <a:buClr>
                <a:schemeClr val="lt1"/>
              </a:buClr>
              <a:buSzPts val="900"/>
              <a:buChar char="○"/>
              <a:defRPr>
                <a:solidFill>
                  <a:schemeClr val="lt1"/>
                </a:solidFill>
              </a:defRPr>
            </a:lvl5pPr>
            <a:lvl6pPr indent="-285750" lvl="5" marL="2743200">
              <a:spcBef>
                <a:spcPts val="0"/>
              </a:spcBef>
              <a:spcAft>
                <a:spcPts val="0"/>
              </a:spcAft>
              <a:buClr>
                <a:schemeClr val="lt1"/>
              </a:buClr>
              <a:buSzPts val="900"/>
              <a:buChar char="■"/>
              <a:defRPr>
                <a:solidFill>
                  <a:schemeClr val="lt1"/>
                </a:solidFill>
              </a:defRPr>
            </a:lvl6pPr>
            <a:lvl7pPr indent="-285750" lvl="6" marL="3200400">
              <a:spcBef>
                <a:spcPts val="0"/>
              </a:spcBef>
              <a:spcAft>
                <a:spcPts val="0"/>
              </a:spcAft>
              <a:buClr>
                <a:schemeClr val="lt1"/>
              </a:buClr>
              <a:buSzPts val="900"/>
              <a:buChar char="●"/>
              <a:defRPr>
                <a:solidFill>
                  <a:schemeClr val="lt1"/>
                </a:solidFill>
              </a:defRPr>
            </a:lvl7pPr>
            <a:lvl8pPr indent="-285750" lvl="7" marL="3657600">
              <a:spcBef>
                <a:spcPts val="0"/>
              </a:spcBef>
              <a:spcAft>
                <a:spcPts val="0"/>
              </a:spcAft>
              <a:buClr>
                <a:schemeClr val="lt1"/>
              </a:buClr>
              <a:buSzPts val="900"/>
              <a:buChar char="○"/>
              <a:defRPr>
                <a:solidFill>
                  <a:schemeClr val="lt1"/>
                </a:solidFill>
              </a:defRPr>
            </a:lvl8pPr>
            <a:lvl9pPr indent="-285750" lvl="8" marL="4114800">
              <a:spcBef>
                <a:spcPts val="0"/>
              </a:spcBef>
              <a:spcAft>
                <a:spcPts val="0"/>
              </a:spcAft>
              <a:buClr>
                <a:schemeClr val="lt1"/>
              </a:buClr>
              <a:buSzPts val="900"/>
              <a:buChar char="■"/>
              <a:defRPr>
                <a:solidFill>
                  <a:schemeClr val="lt1"/>
                </a:solidFill>
              </a:defRPr>
            </a:lvl9pPr>
          </a:lstStyle>
          <a:p/>
        </p:txBody>
      </p:sp>
      <p:sp>
        <p:nvSpPr>
          <p:cNvPr id="325" name="Google Shape;325;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_2">
    <p:spTree>
      <p:nvGrpSpPr>
        <p:cNvPr id="326" name="Shape 326"/>
        <p:cNvGrpSpPr/>
        <p:nvPr/>
      </p:nvGrpSpPr>
      <p:grpSpPr>
        <a:xfrm>
          <a:off x="0" y="0"/>
          <a:ext cx="0" cy="0"/>
          <a:chOff x="0" y="0"/>
          <a:chExt cx="0" cy="0"/>
        </a:xfrm>
      </p:grpSpPr>
      <p:sp>
        <p:nvSpPr>
          <p:cNvPr id="327" name="Google Shape;327;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8" name="Google Shape;328;p52"/>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29" name="Google Shape;329;p52"/>
          <p:cNvSpPr/>
          <p:nvPr>
            <p:ph idx="2" type="pic"/>
          </p:nvPr>
        </p:nvSpPr>
        <p:spPr>
          <a:xfrm>
            <a:off x="4992024" y="1152775"/>
            <a:ext cx="3840300" cy="3416400"/>
          </a:xfrm>
          <a:prstGeom prst="rect">
            <a:avLst/>
          </a:prstGeom>
          <a:noFill/>
          <a:ln>
            <a:noFill/>
          </a:ln>
        </p:spPr>
      </p:sp>
      <p:sp>
        <p:nvSpPr>
          <p:cNvPr id="330" name="Google Shape;330;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1">
    <p:spTree>
      <p:nvGrpSpPr>
        <p:cNvPr id="331" name="Shape 331"/>
        <p:cNvGrpSpPr/>
        <p:nvPr/>
      </p:nvGrpSpPr>
      <p:grpSpPr>
        <a:xfrm>
          <a:off x="0" y="0"/>
          <a:ext cx="0" cy="0"/>
          <a:chOff x="0" y="0"/>
          <a:chExt cx="0" cy="0"/>
        </a:xfrm>
      </p:grpSpPr>
      <p:sp>
        <p:nvSpPr>
          <p:cNvPr id="332" name="Google Shape;332;p53"/>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33" name="Google Shape;333;p53"/>
          <p:cNvSpPr/>
          <p:nvPr>
            <p:ph idx="2" type="pic"/>
          </p:nvPr>
        </p:nvSpPr>
        <p:spPr>
          <a:xfrm>
            <a:off x="4633050" y="1196050"/>
            <a:ext cx="4282500" cy="1761000"/>
          </a:xfrm>
          <a:prstGeom prst="rect">
            <a:avLst/>
          </a:prstGeom>
          <a:noFill/>
          <a:ln>
            <a:noFill/>
          </a:ln>
        </p:spPr>
      </p:sp>
      <p:sp>
        <p:nvSpPr>
          <p:cNvPr id="334" name="Google Shape;334;p53"/>
          <p:cNvSpPr/>
          <p:nvPr>
            <p:ph idx="3" type="pic"/>
          </p:nvPr>
        </p:nvSpPr>
        <p:spPr>
          <a:xfrm>
            <a:off x="228600" y="1196050"/>
            <a:ext cx="4282500" cy="1761000"/>
          </a:xfrm>
          <a:prstGeom prst="rect">
            <a:avLst/>
          </a:prstGeom>
          <a:noFill/>
          <a:ln>
            <a:noFill/>
          </a:ln>
        </p:spPr>
      </p:sp>
      <p:cxnSp>
        <p:nvCxnSpPr>
          <p:cNvPr id="335" name="Google Shape;335;p53"/>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336" name="Google Shape;336;p53"/>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7" name="Google Shape;337;p53"/>
          <p:cNvSpPr txBox="1"/>
          <p:nvPr>
            <p:ph idx="1" type="body"/>
          </p:nvPr>
        </p:nvSpPr>
        <p:spPr>
          <a:xfrm>
            <a:off x="229450" y="3455950"/>
            <a:ext cx="4061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38" name="Google Shape;338;p53"/>
          <p:cNvSpPr txBox="1"/>
          <p:nvPr>
            <p:ph idx="4" type="subTitle"/>
          </p:nvPr>
        </p:nvSpPr>
        <p:spPr>
          <a:xfrm>
            <a:off x="229450" y="3127850"/>
            <a:ext cx="4061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339" name="Google Shape;339;p53"/>
          <p:cNvSpPr txBox="1"/>
          <p:nvPr>
            <p:ph idx="5" type="body"/>
          </p:nvPr>
        </p:nvSpPr>
        <p:spPr>
          <a:xfrm>
            <a:off x="4633050" y="3455950"/>
            <a:ext cx="4061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40" name="Google Shape;340;p53"/>
          <p:cNvSpPr txBox="1"/>
          <p:nvPr>
            <p:ph idx="6" type="subTitle"/>
          </p:nvPr>
        </p:nvSpPr>
        <p:spPr>
          <a:xfrm>
            <a:off x="4633050" y="3127850"/>
            <a:ext cx="4061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1_1">
    <p:spTree>
      <p:nvGrpSpPr>
        <p:cNvPr id="341" name="Shape 341"/>
        <p:cNvGrpSpPr/>
        <p:nvPr/>
      </p:nvGrpSpPr>
      <p:grpSpPr>
        <a:xfrm>
          <a:off x="0" y="0"/>
          <a:ext cx="0" cy="0"/>
          <a:chOff x="0" y="0"/>
          <a:chExt cx="0" cy="0"/>
        </a:xfrm>
      </p:grpSpPr>
      <p:sp>
        <p:nvSpPr>
          <p:cNvPr id="342" name="Google Shape;342;p54"/>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343" name="Google Shape;343;p54"/>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344" name="Google Shape;344;p54"/>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5" name="Google Shape;345;p54"/>
          <p:cNvSpPr/>
          <p:nvPr>
            <p:ph idx="2" type="pic"/>
          </p:nvPr>
        </p:nvSpPr>
        <p:spPr>
          <a:xfrm>
            <a:off x="228600" y="1196050"/>
            <a:ext cx="2820300" cy="1761000"/>
          </a:xfrm>
          <a:prstGeom prst="rect">
            <a:avLst/>
          </a:prstGeom>
          <a:noFill/>
          <a:ln>
            <a:noFill/>
          </a:ln>
        </p:spPr>
      </p:sp>
      <p:sp>
        <p:nvSpPr>
          <p:cNvPr id="346" name="Google Shape;346;p54"/>
          <p:cNvSpPr/>
          <p:nvPr>
            <p:ph idx="3" type="pic"/>
          </p:nvPr>
        </p:nvSpPr>
        <p:spPr>
          <a:xfrm>
            <a:off x="3161800" y="1196050"/>
            <a:ext cx="2820300" cy="1761000"/>
          </a:xfrm>
          <a:prstGeom prst="rect">
            <a:avLst/>
          </a:prstGeom>
          <a:noFill/>
          <a:ln>
            <a:noFill/>
          </a:ln>
        </p:spPr>
      </p:sp>
      <p:sp>
        <p:nvSpPr>
          <p:cNvPr id="347" name="Google Shape;347;p54"/>
          <p:cNvSpPr/>
          <p:nvPr>
            <p:ph idx="4" type="pic"/>
          </p:nvPr>
        </p:nvSpPr>
        <p:spPr>
          <a:xfrm>
            <a:off x="6095000" y="1196050"/>
            <a:ext cx="2820300" cy="1761000"/>
          </a:xfrm>
          <a:prstGeom prst="rect">
            <a:avLst/>
          </a:prstGeom>
          <a:noFill/>
          <a:ln>
            <a:noFill/>
          </a:ln>
        </p:spPr>
      </p:sp>
      <p:sp>
        <p:nvSpPr>
          <p:cNvPr id="348" name="Google Shape;348;p54"/>
          <p:cNvSpPr txBox="1"/>
          <p:nvPr>
            <p:ph idx="1" type="body"/>
          </p:nvPr>
        </p:nvSpPr>
        <p:spPr>
          <a:xfrm>
            <a:off x="22945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49" name="Google Shape;349;p54"/>
          <p:cNvSpPr txBox="1"/>
          <p:nvPr>
            <p:ph idx="5" type="subTitle"/>
          </p:nvPr>
        </p:nvSpPr>
        <p:spPr>
          <a:xfrm>
            <a:off x="22945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350" name="Google Shape;350;p54"/>
          <p:cNvSpPr txBox="1"/>
          <p:nvPr>
            <p:ph idx="6" type="body"/>
          </p:nvPr>
        </p:nvSpPr>
        <p:spPr>
          <a:xfrm>
            <a:off x="315580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51" name="Google Shape;351;p54"/>
          <p:cNvSpPr txBox="1"/>
          <p:nvPr>
            <p:ph idx="7" type="subTitle"/>
          </p:nvPr>
        </p:nvSpPr>
        <p:spPr>
          <a:xfrm>
            <a:off x="315580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352" name="Google Shape;352;p54"/>
          <p:cNvSpPr txBox="1"/>
          <p:nvPr>
            <p:ph idx="8" type="body"/>
          </p:nvPr>
        </p:nvSpPr>
        <p:spPr>
          <a:xfrm>
            <a:off x="608215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53" name="Google Shape;353;p54"/>
          <p:cNvSpPr txBox="1"/>
          <p:nvPr>
            <p:ph idx="9" type="subTitle"/>
          </p:nvPr>
        </p:nvSpPr>
        <p:spPr>
          <a:xfrm>
            <a:off x="608215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with footer">
  <p:cSld name="CUSTOM_1_1_1_1_1_1_1">
    <p:spTree>
      <p:nvGrpSpPr>
        <p:cNvPr id="354" name="Shape 354"/>
        <p:cNvGrpSpPr/>
        <p:nvPr/>
      </p:nvGrpSpPr>
      <p:grpSpPr>
        <a:xfrm>
          <a:off x="0" y="0"/>
          <a:ext cx="0" cy="0"/>
          <a:chOff x="0" y="0"/>
          <a:chExt cx="0" cy="0"/>
        </a:xfrm>
      </p:grpSpPr>
      <p:sp>
        <p:nvSpPr>
          <p:cNvPr id="355" name="Google Shape;355;p55"/>
          <p:cNvSpPr/>
          <p:nvPr>
            <p:ph idx="2" type="pic"/>
          </p:nvPr>
        </p:nvSpPr>
        <p:spPr>
          <a:xfrm>
            <a:off x="228600" y="164350"/>
            <a:ext cx="8684400" cy="4304700"/>
          </a:xfrm>
          <a:prstGeom prst="rect">
            <a:avLst/>
          </a:prstGeom>
          <a:noFill/>
          <a:ln>
            <a:noFill/>
          </a:ln>
        </p:spPr>
      </p:sp>
      <p:sp>
        <p:nvSpPr>
          <p:cNvPr id="356" name="Google Shape;356;p55"/>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57" name="Google Shape;357;p55"/>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358" name="Google Shape;358;p55"/>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1_1_1_1_1_1_1_1">
    <p:spTree>
      <p:nvGrpSpPr>
        <p:cNvPr id="359" name="Shape 359"/>
        <p:cNvGrpSpPr/>
        <p:nvPr/>
      </p:nvGrpSpPr>
      <p:grpSpPr>
        <a:xfrm>
          <a:off x="0" y="0"/>
          <a:ext cx="0" cy="0"/>
          <a:chOff x="0" y="0"/>
          <a:chExt cx="0" cy="0"/>
        </a:xfrm>
      </p:grpSpPr>
      <p:sp>
        <p:nvSpPr>
          <p:cNvPr id="360" name="Google Shape;360;p56"/>
          <p:cNvSpPr/>
          <p:nvPr>
            <p:ph idx="2" type="pic"/>
          </p:nvPr>
        </p:nvSpPr>
        <p:spPr>
          <a:xfrm>
            <a:off x="228600" y="164350"/>
            <a:ext cx="8684400" cy="4304700"/>
          </a:xfrm>
          <a:prstGeom prst="rect">
            <a:avLst/>
          </a:prstGeom>
          <a:noFill/>
          <a:ln>
            <a:noFill/>
          </a:ln>
        </p:spPr>
      </p:sp>
      <p:sp>
        <p:nvSpPr>
          <p:cNvPr id="361" name="Google Shape;361;p56"/>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362" name="Google Shape;362;p56"/>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1_1_1_1_1_1_1_1_1">
    <p:spTree>
      <p:nvGrpSpPr>
        <p:cNvPr id="363" name="Shape 363"/>
        <p:cNvGrpSpPr/>
        <p:nvPr/>
      </p:nvGrpSpPr>
      <p:grpSpPr>
        <a:xfrm>
          <a:off x="0" y="0"/>
          <a:ext cx="0" cy="0"/>
          <a:chOff x="0" y="0"/>
          <a:chExt cx="0" cy="0"/>
        </a:xfrm>
      </p:grpSpPr>
      <p:sp>
        <p:nvSpPr>
          <p:cNvPr id="364" name="Google Shape;364;p57"/>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365" name="Google Shape;365;p57"/>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366" name="Google Shape;366;p57"/>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7" name="Google Shape;367;p57"/>
          <p:cNvSpPr/>
          <p:nvPr>
            <p:ph idx="2" type="pic"/>
          </p:nvPr>
        </p:nvSpPr>
        <p:spPr>
          <a:xfrm>
            <a:off x="228600" y="2598025"/>
            <a:ext cx="2024400" cy="1871100"/>
          </a:xfrm>
          <a:prstGeom prst="rect">
            <a:avLst/>
          </a:prstGeom>
          <a:noFill/>
          <a:ln>
            <a:noFill/>
          </a:ln>
        </p:spPr>
      </p:sp>
      <p:sp>
        <p:nvSpPr>
          <p:cNvPr id="368" name="Google Shape;368;p57"/>
          <p:cNvSpPr/>
          <p:nvPr>
            <p:ph idx="3" type="pic"/>
          </p:nvPr>
        </p:nvSpPr>
        <p:spPr>
          <a:xfrm>
            <a:off x="3864875" y="2598025"/>
            <a:ext cx="3561900" cy="1871100"/>
          </a:xfrm>
          <a:prstGeom prst="rect">
            <a:avLst/>
          </a:prstGeom>
          <a:noFill/>
          <a:ln>
            <a:noFill/>
          </a:ln>
        </p:spPr>
      </p:sp>
      <p:sp>
        <p:nvSpPr>
          <p:cNvPr id="369" name="Google Shape;369;p57"/>
          <p:cNvSpPr/>
          <p:nvPr>
            <p:ph idx="4" type="pic"/>
          </p:nvPr>
        </p:nvSpPr>
        <p:spPr>
          <a:xfrm>
            <a:off x="7547700" y="2598025"/>
            <a:ext cx="1367700" cy="1871100"/>
          </a:xfrm>
          <a:prstGeom prst="rect">
            <a:avLst/>
          </a:prstGeom>
          <a:noFill/>
          <a:ln>
            <a:noFill/>
          </a:ln>
        </p:spPr>
      </p:sp>
      <p:sp>
        <p:nvSpPr>
          <p:cNvPr id="370" name="Google Shape;370;p57"/>
          <p:cNvSpPr/>
          <p:nvPr>
            <p:ph idx="5" type="pic"/>
          </p:nvPr>
        </p:nvSpPr>
        <p:spPr>
          <a:xfrm>
            <a:off x="2375088" y="2598025"/>
            <a:ext cx="1367700" cy="1871100"/>
          </a:xfrm>
          <a:prstGeom prst="rect">
            <a:avLst/>
          </a:prstGeom>
          <a:noFill/>
          <a:ln>
            <a:noFill/>
          </a:ln>
        </p:spPr>
      </p:sp>
      <p:sp>
        <p:nvSpPr>
          <p:cNvPr id="371" name="Google Shape;371;p57"/>
          <p:cNvSpPr/>
          <p:nvPr>
            <p:ph idx="6" type="pic"/>
          </p:nvPr>
        </p:nvSpPr>
        <p:spPr>
          <a:xfrm>
            <a:off x="228600" y="1038850"/>
            <a:ext cx="1003500" cy="1453500"/>
          </a:xfrm>
          <a:prstGeom prst="rect">
            <a:avLst/>
          </a:prstGeom>
          <a:noFill/>
          <a:ln>
            <a:noFill/>
          </a:ln>
        </p:spPr>
      </p:sp>
      <p:sp>
        <p:nvSpPr>
          <p:cNvPr id="372" name="Google Shape;372;p57"/>
          <p:cNvSpPr/>
          <p:nvPr>
            <p:ph idx="7" type="pic"/>
          </p:nvPr>
        </p:nvSpPr>
        <p:spPr>
          <a:xfrm>
            <a:off x="6745975" y="1038850"/>
            <a:ext cx="2169600" cy="1453500"/>
          </a:xfrm>
          <a:prstGeom prst="rect">
            <a:avLst/>
          </a:prstGeom>
          <a:noFill/>
          <a:ln>
            <a:noFill/>
          </a:ln>
        </p:spPr>
      </p:sp>
      <p:sp>
        <p:nvSpPr>
          <p:cNvPr id="373" name="Google Shape;373;p57"/>
          <p:cNvSpPr/>
          <p:nvPr>
            <p:ph idx="8" type="pic"/>
          </p:nvPr>
        </p:nvSpPr>
        <p:spPr>
          <a:xfrm>
            <a:off x="1354150" y="1038850"/>
            <a:ext cx="1502400" cy="1453500"/>
          </a:xfrm>
          <a:prstGeom prst="rect">
            <a:avLst/>
          </a:prstGeom>
          <a:noFill/>
          <a:ln>
            <a:noFill/>
          </a:ln>
        </p:spPr>
      </p:sp>
      <p:sp>
        <p:nvSpPr>
          <p:cNvPr id="374" name="Google Shape;374;p57"/>
          <p:cNvSpPr/>
          <p:nvPr>
            <p:ph idx="9" type="pic"/>
          </p:nvPr>
        </p:nvSpPr>
        <p:spPr>
          <a:xfrm>
            <a:off x="2981410" y="1038850"/>
            <a:ext cx="2196300" cy="1453500"/>
          </a:xfrm>
          <a:prstGeom prst="rect">
            <a:avLst/>
          </a:prstGeom>
          <a:noFill/>
          <a:ln>
            <a:noFill/>
          </a:ln>
        </p:spPr>
      </p:sp>
      <p:sp>
        <p:nvSpPr>
          <p:cNvPr id="375" name="Google Shape;375;p57"/>
          <p:cNvSpPr/>
          <p:nvPr>
            <p:ph idx="13" type="pic"/>
          </p:nvPr>
        </p:nvSpPr>
        <p:spPr>
          <a:xfrm>
            <a:off x="5311004" y="1038850"/>
            <a:ext cx="1301700" cy="14535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image">
  <p:cSld name="CUSTOM_2">
    <p:spTree>
      <p:nvGrpSpPr>
        <p:cNvPr id="376" name="Shape 376"/>
        <p:cNvGrpSpPr/>
        <p:nvPr/>
      </p:nvGrpSpPr>
      <p:grpSpPr>
        <a:xfrm>
          <a:off x="0" y="0"/>
          <a:ext cx="0" cy="0"/>
          <a:chOff x="0" y="0"/>
          <a:chExt cx="0" cy="0"/>
        </a:xfrm>
      </p:grpSpPr>
      <p:sp>
        <p:nvSpPr>
          <p:cNvPr id="377" name="Google Shape;377;p58"/>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8" name="Google Shape;378;p58"/>
          <p:cNvSpPr/>
          <p:nvPr>
            <p:ph idx="2" type="pic"/>
          </p:nvPr>
        </p:nvSpPr>
        <p:spPr>
          <a:xfrm>
            <a:off x="228600" y="164350"/>
            <a:ext cx="5751300" cy="4304700"/>
          </a:xfrm>
          <a:prstGeom prst="rect">
            <a:avLst/>
          </a:prstGeom>
          <a:noFill/>
          <a:ln>
            <a:noFill/>
          </a:ln>
        </p:spPr>
      </p:sp>
      <p:sp>
        <p:nvSpPr>
          <p:cNvPr id="379" name="Google Shape;379;p58"/>
          <p:cNvSpPr txBox="1"/>
          <p:nvPr>
            <p:ph type="title"/>
          </p:nvPr>
        </p:nvSpPr>
        <p:spPr>
          <a:xfrm>
            <a:off x="6095100" y="321875"/>
            <a:ext cx="2820300" cy="1520700"/>
          </a:xfrm>
          <a:prstGeom prst="rect">
            <a:avLst/>
          </a:prstGeom>
        </p:spPr>
        <p:txBody>
          <a:bodyPr anchorCtr="0" anchor="t"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0" name="Google Shape;380;p58"/>
          <p:cNvSpPr txBox="1"/>
          <p:nvPr>
            <p:ph idx="1" type="subTitle"/>
          </p:nvPr>
        </p:nvSpPr>
        <p:spPr>
          <a:xfrm>
            <a:off x="6095100" y="1842575"/>
            <a:ext cx="2820300" cy="26265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381" name="Google Shape;381;p58"/>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382" name="Google Shape;382;p58"/>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2_1">
    <p:spTree>
      <p:nvGrpSpPr>
        <p:cNvPr id="383" name="Shape 383"/>
        <p:cNvGrpSpPr/>
        <p:nvPr/>
      </p:nvGrpSpPr>
      <p:grpSpPr>
        <a:xfrm>
          <a:off x="0" y="0"/>
          <a:ext cx="0" cy="0"/>
          <a:chOff x="0" y="0"/>
          <a:chExt cx="0" cy="0"/>
        </a:xfrm>
      </p:grpSpPr>
      <p:sp>
        <p:nvSpPr>
          <p:cNvPr id="384" name="Google Shape;384;p59"/>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385" name="Google Shape;385;p59"/>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386" name="Google Shape;386;p59"/>
          <p:cNvSpPr txBox="1"/>
          <p:nvPr>
            <p:ph hasCustomPrompt="1" type="title"/>
          </p:nvPr>
        </p:nvSpPr>
        <p:spPr>
          <a:xfrm>
            <a:off x="225750" y="1212350"/>
            <a:ext cx="8606700" cy="4390800"/>
          </a:xfrm>
          <a:prstGeom prst="rect">
            <a:avLst/>
          </a:prstGeom>
        </p:spPr>
        <p:txBody>
          <a:bodyPr anchorCtr="0" anchor="b" bIns="91425" lIns="91425" spcFirstLastPara="1" rIns="91425" wrap="square" tIns="91425">
            <a:noAutofit/>
          </a:bodyPr>
          <a:lstStyle>
            <a:lvl1pPr lvl="0">
              <a:spcBef>
                <a:spcPts val="0"/>
              </a:spcBef>
              <a:spcAft>
                <a:spcPts val="0"/>
              </a:spcAft>
              <a:buSzPts val="30000"/>
              <a:buNone/>
              <a:defRPr sz="30000"/>
            </a:lvl1pPr>
            <a:lvl2pPr lvl="1" algn="ctr">
              <a:spcBef>
                <a:spcPts val="0"/>
              </a:spcBef>
              <a:spcAft>
                <a:spcPts val="0"/>
              </a:spcAft>
              <a:buSzPts val="30000"/>
              <a:buNone/>
              <a:defRPr sz="30000"/>
            </a:lvl2pPr>
            <a:lvl3pPr lvl="2" algn="ctr">
              <a:spcBef>
                <a:spcPts val="0"/>
              </a:spcBef>
              <a:spcAft>
                <a:spcPts val="0"/>
              </a:spcAft>
              <a:buSzPts val="30000"/>
              <a:buNone/>
              <a:defRPr sz="30000"/>
            </a:lvl3pPr>
            <a:lvl4pPr lvl="3" algn="ctr">
              <a:spcBef>
                <a:spcPts val="0"/>
              </a:spcBef>
              <a:spcAft>
                <a:spcPts val="0"/>
              </a:spcAft>
              <a:buSzPts val="30000"/>
              <a:buNone/>
              <a:defRPr sz="30000"/>
            </a:lvl4pPr>
            <a:lvl5pPr lvl="4" algn="ctr">
              <a:spcBef>
                <a:spcPts val="0"/>
              </a:spcBef>
              <a:spcAft>
                <a:spcPts val="0"/>
              </a:spcAft>
              <a:buSzPts val="30000"/>
              <a:buNone/>
              <a:defRPr sz="30000"/>
            </a:lvl5pPr>
            <a:lvl6pPr lvl="5" algn="ctr">
              <a:spcBef>
                <a:spcPts val="0"/>
              </a:spcBef>
              <a:spcAft>
                <a:spcPts val="0"/>
              </a:spcAft>
              <a:buSzPts val="30000"/>
              <a:buNone/>
              <a:defRPr sz="30000"/>
            </a:lvl6pPr>
            <a:lvl7pPr lvl="6" algn="ctr">
              <a:spcBef>
                <a:spcPts val="0"/>
              </a:spcBef>
              <a:spcAft>
                <a:spcPts val="0"/>
              </a:spcAft>
              <a:buSzPts val="30000"/>
              <a:buNone/>
              <a:defRPr sz="30000"/>
            </a:lvl7pPr>
            <a:lvl8pPr lvl="7" algn="ctr">
              <a:spcBef>
                <a:spcPts val="0"/>
              </a:spcBef>
              <a:spcAft>
                <a:spcPts val="0"/>
              </a:spcAft>
              <a:buSzPts val="30000"/>
              <a:buNone/>
              <a:defRPr sz="30000"/>
            </a:lvl8pPr>
            <a:lvl9pPr lvl="8" algn="ctr">
              <a:spcBef>
                <a:spcPts val="0"/>
              </a:spcBef>
              <a:spcAft>
                <a:spcPts val="0"/>
              </a:spcAft>
              <a:buSzPts val="30000"/>
              <a:buNone/>
              <a:defRPr sz="30000"/>
            </a:lvl9pPr>
          </a:lstStyle>
          <a:p>
            <a:r>
              <a:t>xx%</a:t>
            </a:r>
          </a:p>
        </p:txBody>
      </p:sp>
      <p:cxnSp>
        <p:nvCxnSpPr>
          <p:cNvPr id="387" name="Google Shape;387;p59"/>
          <p:cNvCxnSpPr/>
          <p:nvPr/>
        </p:nvCxnSpPr>
        <p:spPr>
          <a:xfrm flipH="1" rot="10800000">
            <a:off x="225750" y="1212350"/>
            <a:ext cx="8692500" cy="5700"/>
          </a:xfrm>
          <a:prstGeom prst="straightConnector1">
            <a:avLst/>
          </a:prstGeom>
          <a:noFill/>
          <a:ln cap="flat" cmpd="sng" w="9525">
            <a:solidFill>
              <a:schemeClr val="dk1"/>
            </a:solidFill>
            <a:prstDash val="solid"/>
            <a:round/>
            <a:headEnd len="med" w="med" type="none"/>
            <a:tailEnd len="med" w="med" type="none"/>
          </a:ln>
        </p:spPr>
      </p:cxnSp>
      <p:sp>
        <p:nvSpPr>
          <p:cNvPr id="388" name="Google Shape;388;p59"/>
          <p:cNvSpPr txBox="1"/>
          <p:nvPr>
            <p:ph idx="1" type="body"/>
          </p:nvPr>
        </p:nvSpPr>
        <p:spPr>
          <a:xfrm>
            <a:off x="228600" y="578150"/>
            <a:ext cx="8692500" cy="6399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Clr>
                <a:schemeClr val="dk1"/>
              </a:buClr>
              <a:buSzPts val="900"/>
              <a:buFont typeface="Gowun Batang"/>
              <a:buChar char="●"/>
              <a:defRPr/>
            </a:lvl1pPr>
            <a:lvl2pPr indent="-285750" lvl="1" marL="914400">
              <a:spcBef>
                <a:spcPts val="0"/>
              </a:spcBef>
              <a:spcAft>
                <a:spcPts val="0"/>
              </a:spcAft>
              <a:buClr>
                <a:schemeClr val="dk1"/>
              </a:buClr>
              <a:buSzPts val="900"/>
              <a:buFont typeface="Gowun Batang"/>
              <a:buChar char="○"/>
              <a:defRPr/>
            </a:lvl2pPr>
            <a:lvl3pPr indent="-285750" lvl="2" marL="1371600">
              <a:spcBef>
                <a:spcPts val="0"/>
              </a:spcBef>
              <a:spcAft>
                <a:spcPts val="0"/>
              </a:spcAft>
              <a:buClr>
                <a:schemeClr val="dk1"/>
              </a:buClr>
              <a:buSzPts val="900"/>
              <a:buFont typeface="Gowun Batang"/>
              <a:buChar char="■"/>
              <a:defRPr/>
            </a:lvl3pPr>
            <a:lvl4pPr indent="-285750" lvl="3" marL="1828800">
              <a:spcBef>
                <a:spcPts val="0"/>
              </a:spcBef>
              <a:spcAft>
                <a:spcPts val="0"/>
              </a:spcAft>
              <a:buClr>
                <a:schemeClr val="dk1"/>
              </a:buClr>
              <a:buSzPts val="900"/>
              <a:buFont typeface="Gowun Batang"/>
              <a:buChar char="●"/>
              <a:defRPr/>
            </a:lvl4pPr>
            <a:lvl5pPr indent="-285750" lvl="4" marL="2286000">
              <a:spcBef>
                <a:spcPts val="0"/>
              </a:spcBef>
              <a:spcAft>
                <a:spcPts val="0"/>
              </a:spcAft>
              <a:buClr>
                <a:schemeClr val="dk1"/>
              </a:buClr>
              <a:buSzPts val="900"/>
              <a:buFont typeface="Gowun Batang"/>
              <a:buChar char="○"/>
              <a:defRPr/>
            </a:lvl5pPr>
            <a:lvl6pPr indent="-285750" lvl="5" marL="2743200">
              <a:spcBef>
                <a:spcPts val="0"/>
              </a:spcBef>
              <a:spcAft>
                <a:spcPts val="0"/>
              </a:spcAft>
              <a:buClr>
                <a:schemeClr val="dk1"/>
              </a:buClr>
              <a:buSzPts val="900"/>
              <a:buFont typeface="Gowun Batang"/>
              <a:buChar char="■"/>
              <a:defRPr/>
            </a:lvl6pPr>
            <a:lvl7pPr indent="-285750" lvl="6" marL="3200400">
              <a:spcBef>
                <a:spcPts val="0"/>
              </a:spcBef>
              <a:spcAft>
                <a:spcPts val="0"/>
              </a:spcAft>
              <a:buClr>
                <a:schemeClr val="dk1"/>
              </a:buClr>
              <a:buSzPts val="900"/>
              <a:buFont typeface="Gowun Batang"/>
              <a:buChar char="●"/>
              <a:defRPr/>
            </a:lvl7pPr>
            <a:lvl8pPr indent="-285750" lvl="7" marL="3657600">
              <a:spcBef>
                <a:spcPts val="0"/>
              </a:spcBef>
              <a:spcAft>
                <a:spcPts val="0"/>
              </a:spcAft>
              <a:buClr>
                <a:schemeClr val="dk1"/>
              </a:buClr>
              <a:buSzPts val="900"/>
              <a:buFont typeface="Gowun Batang"/>
              <a:buChar char="○"/>
              <a:defRPr/>
            </a:lvl8pPr>
            <a:lvl9pPr indent="-285750" lvl="8" marL="4114800">
              <a:spcBef>
                <a:spcPts val="0"/>
              </a:spcBef>
              <a:spcAft>
                <a:spcPts val="0"/>
              </a:spcAft>
              <a:buClr>
                <a:schemeClr val="dk1"/>
              </a:buClr>
              <a:buSzPts val="900"/>
              <a:buFont typeface="Gowun Batang"/>
              <a:buChar char="■"/>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2_1_1">
    <p:spTree>
      <p:nvGrpSpPr>
        <p:cNvPr id="389" name="Shape 389"/>
        <p:cNvGrpSpPr/>
        <p:nvPr/>
      </p:nvGrpSpPr>
      <p:grpSpPr>
        <a:xfrm>
          <a:off x="0" y="0"/>
          <a:ext cx="0" cy="0"/>
          <a:chOff x="0" y="0"/>
          <a:chExt cx="0" cy="0"/>
        </a:xfrm>
      </p:grpSpPr>
      <p:sp>
        <p:nvSpPr>
          <p:cNvPr id="390" name="Google Shape;390;p60"/>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391" name="Google Shape;391;p60"/>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392" name="Google Shape;392;p60"/>
          <p:cNvSpPr txBox="1"/>
          <p:nvPr>
            <p:ph idx="1" type="body"/>
          </p:nvPr>
        </p:nvSpPr>
        <p:spPr>
          <a:xfrm>
            <a:off x="228600" y="3719575"/>
            <a:ext cx="3942600" cy="749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9">
    <p:spTree>
      <p:nvGrpSpPr>
        <p:cNvPr id="393" name="Shape 39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theme" Target="../theme/theme2.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600"/>
              <a:buFont typeface="Gowun Batang"/>
              <a:buNone/>
              <a:defRPr sz="3600">
                <a:solidFill>
                  <a:schemeClr val="dk1"/>
                </a:solidFill>
                <a:latin typeface="Gowun Batang"/>
                <a:ea typeface="Gowun Batang"/>
                <a:cs typeface="Gowun Batang"/>
                <a:sym typeface="Gowun Batang"/>
              </a:defRPr>
            </a:lvl1pPr>
            <a:lvl2pPr lvl="1">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2pPr>
            <a:lvl3pPr lvl="2">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3pPr>
            <a:lvl4pPr lvl="3">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4pPr>
            <a:lvl5pPr lvl="4">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5pPr>
            <a:lvl6pPr lvl="5">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6pPr>
            <a:lvl7pPr lvl="6">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7pPr>
            <a:lvl8pPr lvl="7">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8pPr>
            <a:lvl9pPr lvl="8">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9pPr>
          </a:lstStyle>
          <a:p/>
        </p:txBody>
      </p:sp>
      <p:sp>
        <p:nvSpPr>
          <p:cNvPr id="52" name="Google Shape;52;p13"/>
          <p:cNvSpPr txBox="1"/>
          <p:nvPr>
            <p:ph idx="1" type="body"/>
          </p:nvPr>
        </p:nvSpPr>
        <p:spPr>
          <a:xfrm>
            <a:off x="311700" y="2947825"/>
            <a:ext cx="8520600" cy="1620900"/>
          </a:xfrm>
          <a:prstGeom prst="rect">
            <a:avLst/>
          </a:prstGeom>
          <a:noFill/>
          <a:ln>
            <a:noFill/>
          </a:ln>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1pPr>
            <a:lvl2pPr indent="-285750" lvl="1" marL="9144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2pPr>
            <a:lvl3pPr indent="-285750" lvl="2" marL="13716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3pPr>
            <a:lvl4pPr indent="-285750" lvl="3" marL="18288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4pPr>
            <a:lvl5pPr indent="-285750" lvl="4" marL="22860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5pPr>
            <a:lvl6pPr indent="-285750" lvl="5" marL="27432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6pPr>
            <a:lvl7pPr indent="-285750" lvl="6" marL="32004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7pPr>
            <a:lvl8pPr indent="-285750" lvl="7" marL="36576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8pPr>
            <a:lvl9pPr indent="-285750" lvl="8" marL="41148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9pPr>
          </a:lstStyle>
          <a:p/>
        </p:txBody>
      </p:sp>
      <p:sp>
        <p:nvSpPr>
          <p:cNvPr id="53" name="Google Shape;53;p13"/>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Gowun Batang"/>
                <a:ea typeface="Gowun Batang"/>
                <a:cs typeface="Gowun Batang"/>
                <a:sym typeface="Gowun Batang"/>
              </a:defRPr>
            </a:lvl1pPr>
            <a:lvl2pPr lvl="1" rtl="0" algn="r">
              <a:buNone/>
              <a:defRPr sz="900">
                <a:solidFill>
                  <a:schemeClr val="dk1"/>
                </a:solidFill>
                <a:latin typeface="Gowun Batang"/>
                <a:ea typeface="Gowun Batang"/>
                <a:cs typeface="Gowun Batang"/>
                <a:sym typeface="Gowun Batang"/>
              </a:defRPr>
            </a:lvl2pPr>
            <a:lvl3pPr lvl="2" rtl="0" algn="r">
              <a:buNone/>
              <a:defRPr sz="900">
                <a:solidFill>
                  <a:schemeClr val="dk1"/>
                </a:solidFill>
                <a:latin typeface="Gowun Batang"/>
                <a:ea typeface="Gowun Batang"/>
                <a:cs typeface="Gowun Batang"/>
                <a:sym typeface="Gowun Batang"/>
              </a:defRPr>
            </a:lvl3pPr>
            <a:lvl4pPr lvl="3" rtl="0" algn="r">
              <a:buNone/>
              <a:defRPr sz="900">
                <a:solidFill>
                  <a:schemeClr val="dk1"/>
                </a:solidFill>
                <a:latin typeface="Gowun Batang"/>
                <a:ea typeface="Gowun Batang"/>
                <a:cs typeface="Gowun Batang"/>
                <a:sym typeface="Gowun Batang"/>
              </a:defRPr>
            </a:lvl4pPr>
            <a:lvl5pPr lvl="4" rtl="0" algn="r">
              <a:buNone/>
              <a:defRPr sz="900">
                <a:solidFill>
                  <a:schemeClr val="dk1"/>
                </a:solidFill>
                <a:latin typeface="Gowun Batang"/>
                <a:ea typeface="Gowun Batang"/>
                <a:cs typeface="Gowun Batang"/>
                <a:sym typeface="Gowun Batang"/>
              </a:defRPr>
            </a:lvl5pPr>
            <a:lvl6pPr lvl="5" rtl="0" algn="r">
              <a:buNone/>
              <a:defRPr sz="900">
                <a:solidFill>
                  <a:schemeClr val="dk1"/>
                </a:solidFill>
                <a:latin typeface="Gowun Batang"/>
                <a:ea typeface="Gowun Batang"/>
                <a:cs typeface="Gowun Batang"/>
                <a:sym typeface="Gowun Batang"/>
              </a:defRPr>
            </a:lvl6pPr>
            <a:lvl7pPr lvl="6" rtl="0" algn="r">
              <a:buNone/>
              <a:defRPr sz="900">
                <a:solidFill>
                  <a:schemeClr val="dk1"/>
                </a:solidFill>
                <a:latin typeface="Gowun Batang"/>
                <a:ea typeface="Gowun Batang"/>
                <a:cs typeface="Gowun Batang"/>
                <a:sym typeface="Gowun Batang"/>
              </a:defRPr>
            </a:lvl7pPr>
            <a:lvl8pPr lvl="7" rtl="0" algn="r">
              <a:buNone/>
              <a:defRPr sz="900">
                <a:solidFill>
                  <a:schemeClr val="dk1"/>
                </a:solidFill>
                <a:latin typeface="Gowun Batang"/>
                <a:ea typeface="Gowun Batang"/>
                <a:cs typeface="Gowun Batang"/>
                <a:sym typeface="Gowun Batang"/>
              </a:defRPr>
            </a:lvl8pPr>
            <a:lvl9pPr lvl="8" rtl="0" algn="r">
              <a:buNone/>
              <a:defRPr sz="900">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E46962"/>
          </p15:clr>
        </p15:guide>
        <p15:guide id="2" pos="5616">
          <p15:clr>
            <a:srgbClr val="E46962"/>
          </p15:clr>
        </p15:guide>
        <p15:guide id="3" orient="horz" pos="104">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 Id="rId3"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 Id="rId3"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 Id="rId3"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2"/>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Lexi He</a:t>
            </a:r>
            <a:endParaRPr/>
          </a:p>
        </p:txBody>
      </p:sp>
      <p:sp>
        <p:nvSpPr>
          <p:cNvPr id="399" name="Google Shape;399;p62"/>
          <p:cNvSpPr txBox="1"/>
          <p:nvPr>
            <p:ph type="title"/>
          </p:nvPr>
        </p:nvSpPr>
        <p:spPr>
          <a:xfrm>
            <a:off x="228600" y="2236875"/>
            <a:ext cx="6232800" cy="94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Learning to see &gt; Opening our eyes</a:t>
            </a:r>
            <a:endParaRPr/>
          </a:p>
        </p:txBody>
      </p:sp>
      <p:sp>
        <p:nvSpPr>
          <p:cNvPr id="400" name="Google Shape;400;p62"/>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3"/>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6" name="Google Shape;406;p63"/>
          <p:cNvSpPr txBox="1"/>
          <p:nvPr>
            <p:ph type="title"/>
          </p:nvPr>
        </p:nvSpPr>
        <p:spPr>
          <a:xfrm>
            <a:off x="228600" y="421050"/>
            <a:ext cx="8686800" cy="8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 1: Curating visualizations</a:t>
            </a:r>
            <a:endParaRPr/>
          </a:p>
        </p:txBody>
      </p:sp>
      <p:grpSp>
        <p:nvGrpSpPr>
          <p:cNvPr id="407" name="Google Shape;407;p63"/>
          <p:cNvGrpSpPr/>
          <p:nvPr/>
        </p:nvGrpSpPr>
        <p:grpSpPr>
          <a:xfrm>
            <a:off x="228600" y="1588750"/>
            <a:ext cx="8700550" cy="1459225"/>
            <a:chOff x="228600" y="1588750"/>
            <a:chExt cx="8700550" cy="1459225"/>
          </a:xfrm>
        </p:grpSpPr>
        <p:sp>
          <p:nvSpPr>
            <p:cNvPr id="408" name="Google Shape;408;p63"/>
            <p:cNvSpPr txBox="1"/>
            <p:nvPr/>
          </p:nvSpPr>
          <p:spPr>
            <a:xfrm>
              <a:off x="229450" y="1588750"/>
              <a:ext cx="8699700" cy="14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200">
                  <a:solidFill>
                    <a:schemeClr val="dk1"/>
                  </a:solidFill>
                  <a:latin typeface="Gowun Batang"/>
                  <a:ea typeface="Gowun Batang"/>
                  <a:cs typeface="Gowun Batang"/>
                  <a:sym typeface="Gowun Batang"/>
                </a:rPr>
                <a:t>01 </a:t>
              </a:r>
              <a:r>
                <a:rPr lang="en" sz="3600">
                  <a:solidFill>
                    <a:schemeClr val="dk1"/>
                  </a:solidFill>
                  <a:latin typeface="Gowun Batang"/>
                  <a:ea typeface="Gowun Batang"/>
                  <a:cs typeface="Gowun Batang"/>
                  <a:sym typeface="Gowun Batang"/>
                </a:rPr>
                <a:t>Passive Exposed</a:t>
              </a:r>
              <a:endParaRPr sz="3600">
                <a:solidFill>
                  <a:schemeClr val="dk1"/>
                </a:solidFill>
                <a:latin typeface="Gowun Batang"/>
                <a:ea typeface="Gowun Batang"/>
                <a:cs typeface="Gowun Batang"/>
                <a:sym typeface="Gowun Batang"/>
              </a:endParaRPr>
            </a:p>
          </p:txBody>
        </p:sp>
        <p:cxnSp>
          <p:nvCxnSpPr>
            <p:cNvPr id="409" name="Google Shape;409;p63"/>
            <p:cNvCxnSpPr/>
            <p:nvPr/>
          </p:nvCxnSpPr>
          <p:spPr>
            <a:xfrm flipH="1" rot="10800000">
              <a:off x="228600" y="3040775"/>
              <a:ext cx="4974000" cy="7200"/>
            </a:xfrm>
            <a:prstGeom prst="straightConnector1">
              <a:avLst/>
            </a:prstGeom>
            <a:noFill/>
            <a:ln cap="flat" cmpd="sng" w="9525">
              <a:solidFill>
                <a:schemeClr val="dk1"/>
              </a:solidFill>
              <a:prstDash val="solid"/>
              <a:round/>
              <a:headEnd len="med" w="med" type="none"/>
              <a:tailEnd len="med" w="med" type="none"/>
            </a:ln>
          </p:spPr>
        </p:cxnSp>
        <p:cxnSp>
          <p:nvCxnSpPr>
            <p:cNvPr id="410" name="Google Shape;410;p63"/>
            <p:cNvCxnSpPr/>
            <p:nvPr/>
          </p:nvCxnSpPr>
          <p:spPr>
            <a:xfrm flipH="1" rot="10800000">
              <a:off x="228600" y="1668350"/>
              <a:ext cx="4885200" cy="189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4"/>
          <p:cNvSpPr txBox="1"/>
          <p:nvPr>
            <p:ph type="title"/>
          </p:nvPr>
        </p:nvSpPr>
        <p:spPr>
          <a:xfrm>
            <a:off x="4572000" y="164350"/>
            <a:ext cx="4344300" cy="3383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accent1"/>
              </a:buClr>
              <a:buSzPts val="1100"/>
              <a:buFont typeface="Arial"/>
              <a:buNone/>
            </a:pPr>
            <a:r>
              <a:rPr b="1" lang="en" sz="1300">
                <a:solidFill>
                  <a:schemeClr val="accent1"/>
                </a:solidFill>
                <a:latin typeface="Arial"/>
                <a:ea typeface="Arial"/>
                <a:cs typeface="Arial"/>
                <a:sym typeface="Arial"/>
              </a:rPr>
              <a:t>Visualization: Canvas Assignment Grade Overview</a:t>
            </a:r>
            <a:endParaRPr b="1" sz="13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How I came across it:</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I came across this visualization while checking an old assignment result in Canvas. I was not searching for a visualization specifically, but I naturally saw it as part of reviewing my course performance.</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Purpose of the visualization:</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The purpose of this visualization is to show my assignment score clearly and also give some context by showing the class range and average.</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My first impression:</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My first impression was that it looked clear and reassuring. The large score in the center immediately drew my attention and made the result easy to understand.</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My impression after 30 seconds:</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After looking at it for 30 seconds, I noticed that the visualization does more than show a grade. It also tries to position my score within the class distribution. However, the line showing the low, mean, and high values is much smaller and less visually prominent, so that part takes more effort to interpret.</a:t>
            </a:r>
            <a:endParaRPr sz="1100">
              <a:solidFill>
                <a:schemeClr val="accent1"/>
              </a:solidFill>
              <a:latin typeface="Arial"/>
              <a:ea typeface="Arial"/>
              <a:cs typeface="Arial"/>
              <a:sym typeface="Arial"/>
            </a:endParaRPr>
          </a:p>
          <a:p>
            <a:pPr indent="0" lvl="0" marL="0" rtl="0" algn="l">
              <a:spcBef>
                <a:spcPts val="1200"/>
              </a:spcBef>
              <a:spcAft>
                <a:spcPts val="0"/>
              </a:spcAft>
              <a:buNone/>
            </a:pPr>
            <a:r>
              <a:t/>
            </a:r>
            <a:endParaRPr/>
          </a:p>
        </p:txBody>
      </p:sp>
      <p:pic>
        <p:nvPicPr>
          <p:cNvPr id="416" name="Google Shape;416;p64" title="52c9b2fec5de2b37a5195bcacc81f02f.jpg"/>
          <p:cNvPicPr preferRelativeResize="0"/>
          <p:nvPr/>
        </p:nvPicPr>
        <p:blipFill>
          <a:blip r:embed="rId3">
            <a:alphaModFix/>
          </a:blip>
          <a:stretch>
            <a:fillRect/>
          </a:stretch>
        </p:blipFill>
        <p:spPr>
          <a:xfrm>
            <a:off x="1208725" y="124850"/>
            <a:ext cx="2045975" cy="44481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5"/>
          <p:cNvSpPr txBox="1"/>
          <p:nvPr>
            <p:ph type="title"/>
          </p:nvPr>
        </p:nvSpPr>
        <p:spPr>
          <a:xfrm>
            <a:off x="4531425" y="164350"/>
            <a:ext cx="4384800" cy="3383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accent1"/>
              </a:buClr>
              <a:buSzPts val="1100"/>
              <a:buFont typeface="Arial"/>
              <a:buNone/>
            </a:pPr>
            <a:r>
              <a:rPr b="1" lang="en" sz="1300">
                <a:solidFill>
                  <a:schemeClr val="accent1"/>
                </a:solidFill>
                <a:latin typeface="Arial"/>
                <a:ea typeface="Arial"/>
                <a:cs typeface="Arial"/>
                <a:sym typeface="Arial"/>
              </a:rPr>
              <a:t>Visualization: Apple Health Resting Energy Chart</a:t>
            </a:r>
            <a:endParaRPr b="1" sz="13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How I came across it:</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I came across this visualization while checking my Health app. It appeared naturally as part of looking at my weekly health data.</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Purpose of the visualization:</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The purpose of this visualization is to show my resting energy over the week and help me understand how that value changes from day to day.</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My first impression:</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My first impression was that the chart looked bold and easy to read. The bars stood out clearly, and the weekly average was easy to notice.</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My impression after 30 seconds:</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After looking at it for 30 seconds, I started paying more attention to the variation across the week, especially the lower value on Sunday. I also noticed that the chart is visually simple, but the meaning of “resting energy” may not be immediately obvious for every user without the explanatory text below it.</a:t>
            </a:r>
            <a:endParaRPr sz="1100">
              <a:solidFill>
                <a:schemeClr val="accent1"/>
              </a:solidFill>
              <a:latin typeface="Arial"/>
              <a:ea typeface="Arial"/>
              <a:cs typeface="Arial"/>
              <a:sym typeface="Arial"/>
            </a:endParaRPr>
          </a:p>
          <a:p>
            <a:pPr indent="0" lvl="0" marL="0" rtl="0" algn="l">
              <a:spcBef>
                <a:spcPts val="1200"/>
              </a:spcBef>
              <a:spcAft>
                <a:spcPts val="0"/>
              </a:spcAft>
              <a:buNone/>
            </a:pPr>
            <a:r>
              <a:t/>
            </a:r>
            <a:endParaRPr/>
          </a:p>
        </p:txBody>
      </p:sp>
      <p:pic>
        <p:nvPicPr>
          <p:cNvPr id="422" name="Google Shape;422;p65" title="8ba1e1ed5f44a82da44d4831d09af34e.jpg"/>
          <p:cNvPicPr preferRelativeResize="0"/>
          <p:nvPr/>
        </p:nvPicPr>
        <p:blipFill>
          <a:blip r:embed="rId3">
            <a:alphaModFix/>
          </a:blip>
          <a:stretch>
            <a:fillRect/>
          </a:stretch>
        </p:blipFill>
        <p:spPr>
          <a:xfrm>
            <a:off x="1228500" y="73375"/>
            <a:ext cx="2098500" cy="45623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6"/>
          <p:cNvSpPr txBox="1"/>
          <p:nvPr>
            <p:ph type="title"/>
          </p:nvPr>
        </p:nvSpPr>
        <p:spPr>
          <a:xfrm>
            <a:off x="4572000" y="164350"/>
            <a:ext cx="4344300" cy="3383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accent1"/>
              </a:buClr>
              <a:buSzPts val="1100"/>
              <a:buFont typeface="Arial"/>
              <a:buNone/>
            </a:pPr>
            <a:r>
              <a:rPr b="1" lang="en" sz="1300">
                <a:solidFill>
                  <a:schemeClr val="accent1"/>
                </a:solidFill>
                <a:latin typeface="Arial"/>
                <a:ea typeface="Arial"/>
                <a:cs typeface="Arial"/>
                <a:sym typeface="Arial"/>
              </a:rPr>
              <a:t>Visualization: Stock Watchlist with Mini Trend Charts</a:t>
            </a:r>
            <a:endParaRPr b="1" sz="13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How I came across it:</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I came across this visualization while looking at a stock watchlist in a finance app. I naturally saw it while checking market movement and my selected stocks.</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Purpose of the visualization:</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The purpose of this visualization is to let users compare multiple stocks quickly by showing their names, current prices, short-term trend lines, and price changes.</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My first impression:</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My first impression was that it looked information-dense but efficient. I could immediately tell that it was designed for quick scanning.</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My impression after 30 seconds:</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After looking at it for 30 seconds, I noticed that the small sparkline charts are useful for showing direction at a glance, but they do not provide much detail. I also noticed that the design relies heavily on red and green, which is common in finance apps but may be less accessible for some users.</a:t>
            </a:r>
            <a:endParaRPr sz="1100">
              <a:solidFill>
                <a:schemeClr val="accent1"/>
              </a:solidFill>
              <a:latin typeface="Arial"/>
              <a:ea typeface="Arial"/>
              <a:cs typeface="Arial"/>
              <a:sym typeface="Arial"/>
            </a:endParaRPr>
          </a:p>
          <a:p>
            <a:pPr indent="0" lvl="0" marL="0" rtl="0" algn="l">
              <a:spcBef>
                <a:spcPts val="1200"/>
              </a:spcBef>
              <a:spcAft>
                <a:spcPts val="0"/>
              </a:spcAft>
              <a:buNone/>
            </a:pPr>
            <a:r>
              <a:t/>
            </a:r>
            <a:endParaRPr/>
          </a:p>
        </p:txBody>
      </p:sp>
      <p:pic>
        <p:nvPicPr>
          <p:cNvPr id="428" name="Google Shape;428;p66" title="6fdf37293f5300b2a7082305da6cc2b1.jpg"/>
          <p:cNvPicPr preferRelativeResize="0"/>
          <p:nvPr/>
        </p:nvPicPr>
        <p:blipFill>
          <a:blip r:embed="rId3">
            <a:alphaModFix/>
          </a:blip>
          <a:stretch>
            <a:fillRect/>
          </a:stretch>
        </p:blipFill>
        <p:spPr>
          <a:xfrm>
            <a:off x="1406175" y="85375"/>
            <a:ext cx="2088430" cy="454045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7"/>
          <p:cNvSpPr txBox="1"/>
          <p:nvPr>
            <p:ph type="title"/>
          </p:nvPr>
        </p:nvSpPr>
        <p:spPr>
          <a:xfrm>
            <a:off x="4572000" y="164350"/>
            <a:ext cx="4344300" cy="3383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accent1"/>
              </a:buClr>
              <a:buSzPts val="1100"/>
              <a:buFont typeface="Arial"/>
              <a:buNone/>
            </a:pPr>
            <a:r>
              <a:rPr b="1" lang="en" sz="1300">
                <a:solidFill>
                  <a:schemeClr val="accent1"/>
                </a:solidFill>
                <a:latin typeface="Arial"/>
                <a:ea typeface="Arial"/>
                <a:cs typeface="Arial"/>
                <a:sym typeface="Arial"/>
              </a:rPr>
              <a:t>Visualization: Spending Planner Donut Chart</a:t>
            </a:r>
            <a:endParaRPr b="1" sz="13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How I came across it:</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I came across this visualization while checking a spending planner in my banking app. I saw it naturally as part of reviewing my monthly spending.</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Purpose of the visualization:</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The purpose of this visualization is to show how my spending is divided across categories and help me understand which category takes up the largest share.</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My first impression:</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My first impression was that it was clean and visually focused. The large donut chart immediately showed that groceries made up most of the spending.</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My impression after 30 seconds:</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After looking at it for 30 seconds, I noticed that the chart does a good job highlighting the main category by placing the label and percentage in the center. At the same time, I also noticed that donut charts are better for showing broad proportions than precise comparisons, especially if more categories are added.</a:t>
            </a:r>
            <a:endParaRPr sz="1100">
              <a:solidFill>
                <a:schemeClr val="accent1"/>
              </a:solidFill>
              <a:latin typeface="Arial"/>
              <a:ea typeface="Arial"/>
              <a:cs typeface="Arial"/>
              <a:sym typeface="Arial"/>
            </a:endParaRPr>
          </a:p>
          <a:p>
            <a:pPr indent="0" lvl="0" marL="0" rtl="0" algn="l">
              <a:spcBef>
                <a:spcPts val="1200"/>
              </a:spcBef>
              <a:spcAft>
                <a:spcPts val="0"/>
              </a:spcAft>
              <a:buNone/>
            </a:pPr>
            <a:r>
              <a:t/>
            </a:r>
            <a:endParaRPr/>
          </a:p>
        </p:txBody>
      </p:sp>
      <p:pic>
        <p:nvPicPr>
          <p:cNvPr id="434" name="Google Shape;434;p67" title="7707666340b2f83f5248564cddcba6e7.jpg"/>
          <p:cNvPicPr preferRelativeResize="0"/>
          <p:nvPr/>
        </p:nvPicPr>
        <p:blipFill>
          <a:blip r:embed="rId3">
            <a:alphaModFix/>
          </a:blip>
          <a:stretch>
            <a:fillRect/>
          </a:stretch>
        </p:blipFill>
        <p:spPr>
          <a:xfrm>
            <a:off x="1179125" y="79000"/>
            <a:ext cx="2082275" cy="45270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8"/>
          <p:cNvSpPr txBox="1"/>
          <p:nvPr>
            <p:ph type="title"/>
          </p:nvPr>
        </p:nvSpPr>
        <p:spPr>
          <a:xfrm>
            <a:off x="4451700" y="391400"/>
            <a:ext cx="4463700" cy="3383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accent1"/>
              </a:buClr>
              <a:buSzPts val="1100"/>
              <a:buFont typeface="Arial"/>
              <a:buNone/>
            </a:pPr>
            <a:r>
              <a:rPr b="1" lang="en" sz="1300">
                <a:solidFill>
                  <a:schemeClr val="accent1"/>
                </a:solidFill>
                <a:latin typeface="Arial"/>
                <a:ea typeface="Arial"/>
                <a:cs typeface="Arial"/>
                <a:sym typeface="Arial"/>
              </a:rPr>
              <a:t>Visualization: Google Maps Route and Traffic View</a:t>
            </a:r>
            <a:endParaRPr b="1" sz="13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How I came across it:</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I came across this visualization while checking directions in Google Maps. I naturally saw it as part of planning a trip across Seattle.</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Purpose of the visualization:</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The purpose of this visualization is to help users compare travel options, understand the suggested route, and estimate travel time based on current traffic conditions.</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My first impression:</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My first impression was that it looked practical and easy to scan. The route, travel time, and mode options were all visible right away.</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My impression after 30 seconds:</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After looking at it for 30 seconds, I noticed how much information is layered into one screen. The route line, estimated time, transportation modes, and traffic context all support decision-making. At the same time, the screen is visually busy, so some details compete for attention, especially on a mobile display.</a:t>
            </a:r>
            <a:endParaRPr sz="1100">
              <a:solidFill>
                <a:schemeClr val="accent1"/>
              </a:solidFill>
              <a:latin typeface="Arial"/>
              <a:ea typeface="Arial"/>
              <a:cs typeface="Arial"/>
              <a:sym typeface="Arial"/>
            </a:endParaRPr>
          </a:p>
          <a:p>
            <a:pPr indent="0" lvl="0" marL="0" rtl="0" algn="l">
              <a:spcBef>
                <a:spcPts val="1200"/>
              </a:spcBef>
              <a:spcAft>
                <a:spcPts val="0"/>
              </a:spcAft>
              <a:buNone/>
            </a:pPr>
            <a:r>
              <a:t/>
            </a:r>
            <a:endParaRPr/>
          </a:p>
        </p:txBody>
      </p:sp>
      <p:pic>
        <p:nvPicPr>
          <p:cNvPr id="440" name="Google Shape;440;p68" title="984312446459a5c59ccb1ad37eb709a8.jpg"/>
          <p:cNvPicPr preferRelativeResize="0"/>
          <p:nvPr/>
        </p:nvPicPr>
        <p:blipFill>
          <a:blip r:embed="rId3">
            <a:alphaModFix/>
          </a:blip>
          <a:stretch>
            <a:fillRect/>
          </a:stretch>
        </p:blipFill>
        <p:spPr>
          <a:xfrm>
            <a:off x="1179125" y="57000"/>
            <a:ext cx="2098500" cy="45623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69"/>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6" name="Google Shape;446;p69"/>
          <p:cNvSpPr txBox="1"/>
          <p:nvPr>
            <p:ph type="title"/>
          </p:nvPr>
        </p:nvSpPr>
        <p:spPr>
          <a:xfrm>
            <a:off x="228600" y="421050"/>
            <a:ext cx="8686800" cy="8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 1: Curating visualizations</a:t>
            </a:r>
            <a:endParaRPr/>
          </a:p>
        </p:txBody>
      </p:sp>
      <p:grpSp>
        <p:nvGrpSpPr>
          <p:cNvPr id="447" name="Google Shape;447;p69"/>
          <p:cNvGrpSpPr/>
          <p:nvPr/>
        </p:nvGrpSpPr>
        <p:grpSpPr>
          <a:xfrm>
            <a:off x="228600" y="1588750"/>
            <a:ext cx="8700550" cy="1471825"/>
            <a:chOff x="228600" y="1588750"/>
            <a:chExt cx="8700550" cy="1471825"/>
          </a:xfrm>
        </p:grpSpPr>
        <p:sp>
          <p:nvSpPr>
            <p:cNvPr id="448" name="Google Shape;448;p69"/>
            <p:cNvSpPr txBox="1"/>
            <p:nvPr/>
          </p:nvSpPr>
          <p:spPr>
            <a:xfrm>
              <a:off x="229450" y="1588750"/>
              <a:ext cx="8699700" cy="14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200">
                  <a:solidFill>
                    <a:schemeClr val="dk1"/>
                  </a:solidFill>
                  <a:latin typeface="Gowun Batang"/>
                  <a:ea typeface="Gowun Batang"/>
                  <a:cs typeface="Gowun Batang"/>
                  <a:sym typeface="Gowun Batang"/>
                </a:rPr>
                <a:t>02 </a:t>
              </a:r>
              <a:r>
                <a:rPr lang="en" sz="3600">
                  <a:solidFill>
                    <a:schemeClr val="dk1"/>
                  </a:solidFill>
                  <a:latin typeface="Gowun Batang"/>
                  <a:ea typeface="Gowun Batang"/>
                  <a:cs typeface="Gowun Batang"/>
                  <a:sym typeface="Gowun Batang"/>
                </a:rPr>
                <a:t>Actively searching</a:t>
              </a:r>
              <a:endParaRPr sz="3600">
                <a:solidFill>
                  <a:schemeClr val="dk1"/>
                </a:solidFill>
                <a:latin typeface="Gowun Batang"/>
                <a:ea typeface="Gowun Batang"/>
                <a:cs typeface="Gowun Batang"/>
                <a:sym typeface="Gowun Batang"/>
              </a:endParaRPr>
            </a:p>
          </p:txBody>
        </p:sp>
        <p:cxnSp>
          <p:nvCxnSpPr>
            <p:cNvPr id="449" name="Google Shape;449;p69"/>
            <p:cNvCxnSpPr/>
            <p:nvPr/>
          </p:nvCxnSpPr>
          <p:spPr>
            <a:xfrm>
              <a:off x="228600" y="3047975"/>
              <a:ext cx="5704800" cy="12600"/>
            </a:xfrm>
            <a:prstGeom prst="straightConnector1">
              <a:avLst/>
            </a:prstGeom>
            <a:noFill/>
            <a:ln cap="flat" cmpd="sng" w="9525">
              <a:solidFill>
                <a:schemeClr val="dk1"/>
              </a:solidFill>
              <a:prstDash val="solid"/>
              <a:round/>
              <a:headEnd len="med" w="med" type="none"/>
              <a:tailEnd len="med" w="med" type="none"/>
            </a:ln>
          </p:spPr>
        </p:cxnSp>
        <p:cxnSp>
          <p:nvCxnSpPr>
            <p:cNvPr id="450" name="Google Shape;450;p69"/>
            <p:cNvCxnSpPr/>
            <p:nvPr/>
          </p:nvCxnSpPr>
          <p:spPr>
            <a:xfrm flipH="1" rot="10800000">
              <a:off x="228600" y="1678250"/>
              <a:ext cx="5645400" cy="90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0"/>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6" name="Google Shape;456;p70"/>
          <p:cNvSpPr txBox="1"/>
          <p:nvPr>
            <p:ph type="title"/>
          </p:nvPr>
        </p:nvSpPr>
        <p:spPr>
          <a:xfrm>
            <a:off x="4289700" y="371675"/>
            <a:ext cx="4626600" cy="3383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accent1"/>
              </a:buClr>
              <a:buSzPts val="1100"/>
              <a:buFont typeface="Arial"/>
              <a:buNone/>
            </a:pPr>
            <a:r>
              <a:rPr b="1" lang="en" sz="1700">
                <a:solidFill>
                  <a:schemeClr val="accent1"/>
                </a:solidFill>
                <a:latin typeface="Arial"/>
                <a:ea typeface="Arial"/>
                <a:cs typeface="Arial"/>
                <a:sym typeface="Arial"/>
              </a:rPr>
              <a:t>Visualization: Healthy Daily Caffeine Intake</a:t>
            </a:r>
            <a:endParaRPr b="1" sz="17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How I came across it:</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I searched for a visualization about healthy daily caffeine intake because I wanted to know how much caffeine a person can consume each day without going over a healthy limit.</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Purpose of the visualization:</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The purpose of this visualization is to show the recommended daily caffeine limit in a quick and easy-to-understand way.</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My first impression:</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My first impression was that the visualization was clear and practical. It immediately felt useful because it answered a common everyday health question.</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My impression after 30 seconds:</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After looking at it for 30 seconds, I noticed whether the information was simplified or detailed. I could better see if the design helped me compare amounts easily, or if it relied too much on icons and text instead of making the numbers visually clear.</a:t>
            </a:r>
            <a:endParaRPr sz="1100">
              <a:solidFill>
                <a:schemeClr val="accent1"/>
              </a:solidFill>
              <a:latin typeface="Arial"/>
              <a:ea typeface="Arial"/>
              <a:cs typeface="Arial"/>
              <a:sym typeface="Arial"/>
            </a:endParaRPr>
          </a:p>
          <a:p>
            <a:pPr indent="0" lvl="0" marL="0" rtl="0" algn="l">
              <a:spcBef>
                <a:spcPts val="1200"/>
              </a:spcBef>
              <a:spcAft>
                <a:spcPts val="0"/>
              </a:spcAft>
              <a:buNone/>
            </a:pPr>
            <a:r>
              <a:t/>
            </a:r>
            <a:endParaRPr/>
          </a:p>
        </p:txBody>
      </p:sp>
      <p:pic>
        <p:nvPicPr>
          <p:cNvPr id="457" name="Google Shape;457;p70"/>
          <p:cNvPicPr preferRelativeResize="0"/>
          <p:nvPr/>
        </p:nvPicPr>
        <p:blipFill>
          <a:blip r:embed="rId3">
            <a:alphaModFix/>
          </a:blip>
          <a:stretch>
            <a:fillRect/>
          </a:stretch>
        </p:blipFill>
        <p:spPr>
          <a:xfrm>
            <a:off x="129550" y="828625"/>
            <a:ext cx="4160150" cy="292675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71"/>
          <p:cNvSpPr txBox="1"/>
          <p:nvPr>
            <p:ph type="title"/>
          </p:nvPr>
        </p:nvSpPr>
        <p:spPr>
          <a:xfrm>
            <a:off x="4481100" y="95250"/>
            <a:ext cx="4434300" cy="3383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accent1"/>
              </a:buClr>
              <a:buSzPts val="1100"/>
              <a:buFont typeface="Arial"/>
              <a:buNone/>
            </a:pPr>
            <a:r>
              <a:rPr b="1" lang="en" sz="1700">
                <a:solidFill>
                  <a:schemeClr val="accent1"/>
                </a:solidFill>
                <a:latin typeface="Arial"/>
                <a:ea typeface="Arial"/>
                <a:cs typeface="Arial"/>
                <a:sym typeface="Arial"/>
              </a:rPr>
              <a:t>Visualization: Recommended Daily Calorie Intake for Women</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How I came across it:</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I searched for a visualization about the recommended daily calorie intake for women because I wanted to see how calorie needs are explained in a visual format.</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Purpose of the visualization:</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The purpose of this visualization is to communicate general calorie intake recommendations and help viewers quickly understand daily energy needs.</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None/>
            </a:pPr>
            <a:r>
              <a:rPr b="1" lang="en" sz="1100">
                <a:solidFill>
                  <a:schemeClr val="accent1"/>
                </a:solidFill>
                <a:latin typeface="Arial"/>
                <a:ea typeface="Arial"/>
                <a:cs typeface="Arial"/>
                <a:sym typeface="Arial"/>
              </a:rPr>
              <a:t>My first impression:</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My first impression was how could I </a:t>
            </a:r>
            <a:r>
              <a:rPr lang="en" sz="1100">
                <a:solidFill>
                  <a:schemeClr val="accent1"/>
                </a:solidFill>
                <a:latin typeface="Arial"/>
                <a:ea typeface="Arial"/>
                <a:cs typeface="Arial"/>
                <a:sym typeface="Arial"/>
              </a:rPr>
              <a:t>calculate</a:t>
            </a:r>
            <a:r>
              <a:rPr lang="en" sz="1100">
                <a:solidFill>
                  <a:schemeClr val="accent1"/>
                </a:solidFill>
                <a:latin typeface="Arial"/>
                <a:ea typeface="Arial"/>
                <a:cs typeface="Arial"/>
                <a:sym typeface="Arial"/>
              </a:rPr>
              <a:t> how much I consume each day.  </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My impression after 30 seconds:</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After 30 seconds, I started paying more attention to whether the chart showed enough context, such as age, activity level, or body differences. I also noticed whether the design made the numbers easy to compare or whether it oversimplified a more complex issue.</a:t>
            </a:r>
            <a:endParaRPr sz="1100">
              <a:solidFill>
                <a:schemeClr val="accent1"/>
              </a:solidFill>
              <a:latin typeface="Arial"/>
              <a:ea typeface="Arial"/>
              <a:cs typeface="Arial"/>
              <a:sym typeface="Arial"/>
            </a:endParaRPr>
          </a:p>
          <a:p>
            <a:pPr indent="0" lvl="0" marL="0" rtl="0" algn="l">
              <a:spcBef>
                <a:spcPts val="1200"/>
              </a:spcBef>
              <a:spcAft>
                <a:spcPts val="0"/>
              </a:spcAft>
              <a:buNone/>
            </a:pPr>
            <a:r>
              <a:t/>
            </a:r>
            <a:endParaRPr/>
          </a:p>
        </p:txBody>
      </p:sp>
      <p:pic>
        <p:nvPicPr>
          <p:cNvPr id="463" name="Google Shape;463;p71"/>
          <p:cNvPicPr preferRelativeResize="0"/>
          <p:nvPr/>
        </p:nvPicPr>
        <p:blipFill>
          <a:blip r:embed="rId3">
            <a:alphaModFix/>
          </a:blip>
          <a:stretch>
            <a:fillRect/>
          </a:stretch>
        </p:blipFill>
        <p:spPr>
          <a:xfrm>
            <a:off x="228600" y="942200"/>
            <a:ext cx="4176301" cy="27206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2"/>
          <p:cNvSpPr txBox="1"/>
          <p:nvPr>
            <p:ph type="title"/>
          </p:nvPr>
        </p:nvSpPr>
        <p:spPr>
          <a:xfrm>
            <a:off x="4530600" y="115000"/>
            <a:ext cx="4384800" cy="3383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accent1"/>
              </a:buClr>
              <a:buSzPts val="1100"/>
              <a:buFont typeface="Arial"/>
              <a:buNone/>
            </a:pPr>
            <a:r>
              <a:rPr b="1" lang="en" sz="1700">
                <a:solidFill>
                  <a:schemeClr val="accent1"/>
                </a:solidFill>
                <a:latin typeface="Arial"/>
                <a:ea typeface="Arial"/>
                <a:cs typeface="Arial"/>
                <a:sym typeface="Arial"/>
              </a:rPr>
              <a:t>Visualization: Seattle Traffic Congestion Trend Today</a:t>
            </a:r>
            <a:endParaRPr b="1" sz="17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How I came across it:</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I searched for a visualization about Seattle traffic congestion today because I wanted to see how traffic conditions were presented visually across time or location.</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Purpose of the visualization:</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The purpose of this visualization is to help users quickly understand traffic patterns and make travel decisions more easily.</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My first impression:</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My first impression was that the visualization was functional and easy to scan, especially if it used color to show different levels of congestion.</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My impression after 30 seconds:</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After looking at it for 30 seconds, I paid more attention to how clearly the colors, labels, and map or chart layout communicated the actual traffic situation. I also started to notice whether the design would still work well for users who are not familiar with the city or for users with color vision limitations.</a:t>
            </a:r>
            <a:endParaRPr sz="1100">
              <a:solidFill>
                <a:schemeClr val="accent1"/>
              </a:solidFill>
              <a:latin typeface="Arial"/>
              <a:ea typeface="Arial"/>
              <a:cs typeface="Arial"/>
              <a:sym typeface="Arial"/>
            </a:endParaRPr>
          </a:p>
          <a:p>
            <a:pPr indent="0" lvl="0" marL="0" rtl="0" algn="l">
              <a:spcBef>
                <a:spcPts val="1200"/>
              </a:spcBef>
              <a:spcAft>
                <a:spcPts val="0"/>
              </a:spcAft>
              <a:buNone/>
            </a:pPr>
            <a:r>
              <a:t/>
            </a:r>
            <a:endParaRPr/>
          </a:p>
        </p:txBody>
      </p:sp>
      <p:pic>
        <p:nvPicPr>
          <p:cNvPr id="469" name="Google Shape;469;p72"/>
          <p:cNvPicPr preferRelativeResize="0"/>
          <p:nvPr/>
        </p:nvPicPr>
        <p:blipFill>
          <a:blip r:embed="rId3">
            <a:alphaModFix/>
          </a:blip>
          <a:stretch>
            <a:fillRect/>
          </a:stretch>
        </p:blipFill>
        <p:spPr>
          <a:xfrm>
            <a:off x="228600" y="1248225"/>
            <a:ext cx="4225800" cy="220571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73"/>
          <p:cNvSpPr txBox="1"/>
          <p:nvPr>
            <p:ph type="title"/>
          </p:nvPr>
        </p:nvSpPr>
        <p:spPr>
          <a:xfrm>
            <a:off x="4482050" y="164350"/>
            <a:ext cx="4434300" cy="3383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accent1"/>
              </a:buClr>
              <a:buSzPts val="1100"/>
              <a:buFont typeface="Arial"/>
              <a:buNone/>
            </a:pPr>
            <a:r>
              <a:rPr b="1" lang="en" sz="1700">
                <a:solidFill>
                  <a:schemeClr val="accent1"/>
                </a:solidFill>
                <a:latin typeface="Arial"/>
                <a:ea typeface="Arial"/>
                <a:cs typeface="Arial"/>
                <a:sym typeface="Arial"/>
              </a:rPr>
              <a:t>Visualization: Temperature Trend for Today</a:t>
            </a:r>
            <a:endParaRPr b="1" sz="17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How I came across it:</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I searched for a visualization showing today’s temperature trend because I wanted to know how the temperature changes throughout the day.</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Purpose of the visualization:</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The purpose of this visualization is to present hourly or daily temperature changes in a way that is quick and easy to understand.</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My first impression:</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My first impression was that the visualization looked simple and effective. I could immediately get a sense of whether the day would get warmer or cooler.</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My impression after 30 seconds:</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After 30 seconds, I noticed more details in the structure of the chart, such as whether the time labels were clear, whether the temperature pattern was easy to follow, and whether the design highlighted the most important change points in the day.</a:t>
            </a:r>
            <a:endParaRPr sz="1100">
              <a:solidFill>
                <a:schemeClr val="accent1"/>
              </a:solidFill>
              <a:latin typeface="Arial"/>
              <a:ea typeface="Arial"/>
              <a:cs typeface="Arial"/>
              <a:sym typeface="Arial"/>
            </a:endParaRPr>
          </a:p>
          <a:p>
            <a:pPr indent="0" lvl="0" marL="0" rtl="0" algn="l">
              <a:spcBef>
                <a:spcPts val="1200"/>
              </a:spcBef>
              <a:spcAft>
                <a:spcPts val="0"/>
              </a:spcAft>
              <a:buNone/>
            </a:pPr>
            <a:r>
              <a:t/>
            </a:r>
            <a:endParaRPr/>
          </a:p>
        </p:txBody>
      </p:sp>
      <p:pic>
        <p:nvPicPr>
          <p:cNvPr id="475" name="Google Shape;475;p73"/>
          <p:cNvPicPr preferRelativeResize="0"/>
          <p:nvPr/>
        </p:nvPicPr>
        <p:blipFill>
          <a:blip r:embed="rId3">
            <a:alphaModFix/>
          </a:blip>
          <a:stretch>
            <a:fillRect/>
          </a:stretch>
        </p:blipFill>
        <p:spPr>
          <a:xfrm>
            <a:off x="1327200" y="246825"/>
            <a:ext cx="1964225" cy="427040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74"/>
          <p:cNvSpPr txBox="1"/>
          <p:nvPr>
            <p:ph type="title"/>
          </p:nvPr>
        </p:nvSpPr>
        <p:spPr>
          <a:xfrm>
            <a:off x="4510800" y="65625"/>
            <a:ext cx="4404600" cy="3383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accent1"/>
              </a:buClr>
              <a:buSzPts val="1100"/>
              <a:buFont typeface="Arial"/>
              <a:buNone/>
            </a:pPr>
            <a:r>
              <a:rPr b="1" lang="en" sz="1700">
                <a:solidFill>
                  <a:schemeClr val="accent1"/>
                </a:solidFill>
                <a:latin typeface="Arial"/>
                <a:ea typeface="Arial"/>
                <a:cs typeface="Arial"/>
                <a:sym typeface="Arial"/>
              </a:rPr>
              <a:t>Visualization: Golden Hour for Photography Today</a:t>
            </a:r>
            <a:endParaRPr b="1" sz="17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How I came across it:</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I searched for a visualization about today’s golden hour for photography because I wanted to know the best time of day for taking photos in natural light.</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Purpose of the visualization:</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The purpose of this visualization is to show when golden hour happens and help photographers make practical decisions about timing.</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My first impression:</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My first impression was that the visualization felt very relevant and personally useful because it connects visual information to a real creative activity.</a:t>
            </a:r>
            <a:endParaRPr sz="11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accent1"/>
              </a:buClr>
              <a:buSzPts val="1100"/>
              <a:buFont typeface="Arial"/>
              <a:buNone/>
            </a:pPr>
            <a:r>
              <a:rPr b="1" lang="en" sz="1100">
                <a:solidFill>
                  <a:schemeClr val="accent1"/>
                </a:solidFill>
                <a:latin typeface="Arial"/>
                <a:ea typeface="Arial"/>
                <a:cs typeface="Arial"/>
                <a:sym typeface="Arial"/>
              </a:rPr>
              <a:t>My impression after 30 seconds:</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After looking at it for 30 seconds, I started to think more carefully about how clearly it showed the timing, how easy it was to interpret, and whether it gave enough context, such as sunrise, sunset, or the length of the golden hour window.</a:t>
            </a:r>
            <a:endParaRPr sz="1100">
              <a:solidFill>
                <a:schemeClr val="accent1"/>
              </a:solidFill>
              <a:latin typeface="Arial"/>
              <a:ea typeface="Arial"/>
              <a:cs typeface="Arial"/>
              <a:sym typeface="Arial"/>
            </a:endParaRPr>
          </a:p>
          <a:p>
            <a:pPr indent="0" lvl="0" marL="0" rtl="0" algn="l">
              <a:spcBef>
                <a:spcPts val="1200"/>
              </a:spcBef>
              <a:spcAft>
                <a:spcPts val="0"/>
              </a:spcAft>
              <a:buNone/>
            </a:pPr>
            <a:r>
              <a:t/>
            </a:r>
            <a:endParaRPr/>
          </a:p>
        </p:txBody>
      </p:sp>
      <p:pic>
        <p:nvPicPr>
          <p:cNvPr id="481" name="Google Shape;481;p74"/>
          <p:cNvPicPr preferRelativeResize="0"/>
          <p:nvPr/>
        </p:nvPicPr>
        <p:blipFill>
          <a:blip r:embed="rId3">
            <a:alphaModFix/>
          </a:blip>
          <a:stretch>
            <a:fillRect/>
          </a:stretch>
        </p:blipFill>
        <p:spPr>
          <a:xfrm>
            <a:off x="43800" y="1487762"/>
            <a:ext cx="4528201" cy="188258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75"/>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7" name="Google Shape;487;p75"/>
          <p:cNvSpPr txBox="1"/>
          <p:nvPr>
            <p:ph type="title"/>
          </p:nvPr>
        </p:nvSpPr>
        <p:spPr>
          <a:xfrm>
            <a:off x="228600" y="421050"/>
            <a:ext cx="8686800" cy="8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 2: </a:t>
            </a:r>
            <a:r>
              <a:rPr lang="en"/>
              <a:t>Critiquing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76"/>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93" name="Google Shape;493;p76" title="7707666340b2f83f5248564cddcba6e7.jpg"/>
          <p:cNvPicPr preferRelativeResize="0"/>
          <p:nvPr/>
        </p:nvPicPr>
        <p:blipFill>
          <a:blip r:embed="rId3">
            <a:alphaModFix/>
          </a:blip>
          <a:stretch>
            <a:fillRect/>
          </a:stretch>
        </p:blipFill>
        <p:spPr>
          <a:xfrm>
            <a:off x="3453500" y="72925"/>
            <a:ext cx="2082275" cy="4527099"/>
          </a:xfrm>
          <a:prstGeom prst="rect">
            <a:avLst/>
          </a:prstGeom>
          <a:noFill/>
          <a:ln>
            <a:noFill/>
          </a:ln>
        </p:spPr>
      </p:pic>
      <p:sp>
        <p:nvSpPr>
          <p:cNvPr id="494" name="Google Shape;494;p76"/>
          <p:cNvSpPr txBox="1"/>
          <p:nvPr/>
        </p:nvSpPr>
        <p:spPr>
          <a:xfrm>
            <a:off x="138125" y="3450500"/>
            <a:ext cx="31098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Center label connects category, value, and percentage</a:t>
            </a:r>
            <a:endParaRPr b="1" sz="1100">
              <a:solidFill>
                <a:schemeClr val="dk1"/>
              </a:solidFill>
            </a:endParaRPr>
          </a:p>
        </p:txBody>
      </p:sp>
      <p:sp>
        <p:nvSpPr>
          <p:cNvPr id="495" name="Google Shape;495;p76"/>
          <p:cNvSpPr txBox="1"/>
          <p:nvPr/>
        </p:nvSpPr>
        <p:spPr>
          <a:xfrm>
            <a:off x="207275" y="4224000"/>
            <a:ext cx="36429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accent1"/>
              </a:buClr>
              <a:buSzPts val="1100"/>
              <a:buFont typeface="Arial"/>
              <a:buNone/>
            </a:pPr>
            <a:r>
              <a:rPr b="1" lang="en" sz="1100">
                <a:solidFill>
                  <a:schemeClr val="accent1"/>
                </a:solidFill>
              </a:rPr>
              <a:t>Strong visual focus on the largest category</a:t>
            </a:r>
            <a:endParaRPr b="1" sz="1100">
              <a:solidFill>
                <a:schemeClr val="accent1"/>
              </a:solidFill>
            </a:endParaRPr>
          </a:p>
          <a:p>
            <a:pPr indent="0" lvl="0" marL="0" rtl="0" algn="l">
              <a:spcBef>
                <a:spcPts val="0"/>
              </a:spcBef>
              <a:spcAft>
                <a:spcPts val="0"/>
              </a:spcAft>
              <a:buClr>
                <a:schemeClr val="accent1"/>
              </a:buClr>
              <a:buSzPts val="1100"/>
              <a:buFont typeface="Arial"/>
              <a:buNone/>
            </a:pPr>
            <a:r>
              <a:t/>
            </a:r>
            <a:endParaRPr sz="1100">
              <a:solidFill>
                <a:schemeClr val="accent1"/>
              </a:solidFill>
            </a:endParaRPr>
          </a:p>
          <a:p>
            <a:pPr indent="0" lvl="0" marL="0" rtl="0" algn="l">
              <a:spcBef>
                <a:spcPts val="0"/>
              </a:spcBef>
              <a:spcAft>
                <a:spcPts val="0"/>
              </a:spcAft>
              <a:buNone/>
            </a:pPr>
            <a:r>
              <a:t/>
            </a:r>
            <a:endParaRPr sz="900">
              <a:solidFill>
                <a:schemeClr val="dk1"/>
              </a:solidFill>
              <a:latin typeface="Gowun Batang"/>
              <a:ea typeface="Gowun Batang"/>
              <a:cs typeface="Gowun Batang"/>
              <a:sym typeface="Gowun Batang"/>
            </a:endParaRPr>
          </a:p>
        </p:txBody>
      </p:sp>
      <p:sp>
        <p:nvSpPr>
          <p:cNvPr id="496" name="Google Shape;496;p76"/>
          <p:cNvSpPr txBox="1"/>
          <p:nvPr/>
        </p:nvSpPr>
        <p:spPr>
          <a:xfrm>
            <a:off x="207275" y="1838900"/>
            <a:ext cx="3248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Donut chart works for broad proportions, not precise comparison</a:t>
            </a:r>
            <a:endParaRPr b="1" sz="1100">
              <a:solidFill>
                <a:schemeClr val="dk1"/>
              </a:solidFill>
            </a:endParaRPr>
          </a:p>
        </p:txBody>
      </p:sp>
      <p:sp>
        <p:nvSpPr>
          <p:cNvPr id="497" name="Google Shape;497;p76"/>
          <p:cNvSpPr/>
          <p:nvPr/>
        </p:nvSpPr>
        <p:spPr>
          <a:xfrm>
            <a:off x="3435575" y="1890525"/>
            <a:ext cx="365400" cy="256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wun Batang"/>
              <a:ea typeface="Gowun Batang"/>
              <a:cs typeface="Gowun Batang"/>
              <a:sym typeface="Gowun Batang"/>
            </a:endParaRPr>
          </a:p>
        </p:txBody>
      </p:sp>
      <p:sp>
        <p:nvSpPr>
          <p:cNvPr id="498" name="Google Shape;498;p76"/>
          <p:cNvSpPr txBox="1"/>
          <p:nvPr/>
        </p:nvSpPr>
        <p:spPr>
          <a:xfrm>
            <a:off x="1234050" y="1767150"/>
            <a:ext cx="56865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900">
              <a:solidFill>
                <a:schemeClr val="dk1"/>
              </a:solidFill>
              <a:latin typeface="Gowun Batang"/>
              <a:ea typeface="Gowun Batang"/>
              <a:cs typeface="Gowun Batang"/>
              <a:sym typeface="Gowun Batang"/>
            </a:endParaRPr>
          </a:p>
        </p:txBody>
      </p:sp>
      <p:sp>
        <p:nvSpPr>
          <p:cNvPr id="499" name="Google Shape;499;p76"/>
          <p:cNvSpPr txBox="1"/>
          <p:nvPr/>
        </p:nvSpPr>
        <p:spPr>
          <a:xfrm>
            <a:off x="138125" y="2835400"/>
            <a:ext cx="3248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Would become harder to read with more categories</a:t>
            </a:r>
            <a:endParaRPr b="1" sz="1100">
              <a:solidFill>
                <a:schemeClr val="dk1"/>
              </a:solidFill>
            </a:endParaRPr>
          </a:p>
        </p:txBody>
      </p:sp>
      <p:sp>
        <p:nvSpPr>
          <p:cNvPr id="500" name="Google Shape;500;p76"/>
          <p:cNvSpPr/>
          <p:nvPr/>
        </p:nvSpPr>
        <p:spPr>
          <a:xfrm>
            <a:off x="3061950" y="2835400"/>
            <a:ext cx="464100" cy="364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wun Batang"/>
              <a:ea typeface="Gowun Batang"/>
              <a:cs typeface="Gowun Batang"/>
              <a:sym typeface="Gowun Batang"/>
            </a:endParaRPr>
          </a:p>
        </p:txBody>
      </p:sp>
      <p:sp>
        <p:nvSpPr>
          <p:cNvPr id="501" name="Google Shape;501;p76"/>
          <p:cNvSpPr/>
          <p:nvPr/>
        </p:nvSpPr>
        <p:spPr>
          <a:xfrm rot="-1712302">
            <a:off x="3069329" y="3110678"/>
            <a:ext cx="1313038" cy="364742"/>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wun Batang"/>
              <a:ea typeface="Gowun Batang"/>
              <a:cs typeface="Gowun Batang"/>
              <a:sym typeface="Gowun Batang"/>
            </a:endParaRPr>
          </a:p>
        </p:txBody>
      </p:sp>
      <p:sp>
        <p:nvSpPr>
          <p:cNvPr id="502" name="Google Shape;502;p76"/>
          <p:cNvSpPr txBox="1"/>
          <p:nvPr/>
        </p:nvSpPr>
        <p:spPr>
          <a:xfrm>
            <a:off x="5806800" y="460500"/>
            <a:ext cx="3238500" cy="422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accent1"/>
                </a:solidFill>
              </a:rPr>
              <a:t>Observation 1</a:t>
            </a:r>
            <a:endParaRPr b="1" sz="1300">
              <a:solidFill>
                <a:schemeClr val="accent1"/>
              </a:solidFill>
            </a:endParaRPr>
          </a:p>
          <a:p>
            <a:pPr indent="0" lvl="0" marL="0" rtl="0" algn="l">
              <a:lnSpc>
                <a:spcPct val="115000"/>
              </a:lnSpc>
              <a:spcBef>
                <a:spcPts val="1200"/>
              </a:spcBef>
              <a:spcAft>
                <a:spcPts val="0"/>
              </a:spcAft>
              <a:buNone/>
            </a:pPr>
            <a:r>
              <a:rPr b="1" lang="en" sz="1100">
                <a:solidFill>
                  <a:schemeClr val="accent1"/>
                </a:solidFill>
              </a:rPr>
              <a:t>This visualization is trying to answer a simple question: where did most of my spending go this month? It works well because the largest category is immediately visible. The center label also helps connect the category name, dollar amount, and percentage in one place, so the main message is easy to understand at a glance.</a:t>
            </a:r>
            <a:endParaRPr b="1" sz="1100">
              <a:solidFill>
                <a:schemeClr val="accent1"/>
              </a:solidFill>
            </a:endParaRPr>
          </a:p>
          <a:p>
            <a:pPr indent="0" lvl="0" marL="0" rtl="0" algn="l">
              <a:lnSpc>
                <a:spcPct val="115000"/>
              </a:lnSpc>
              <a:spcBef>
                <a:spcPts val="1400"/>
              </a:spcBef>
              <a:spcAft>
                <a:spcPts val="0"/>
              </a:spcAft>
              <a:buNone/>
            </a:pPr>
            <a:r>
              <a:rPr b="1" lang="en" sz="1300">
                <a:solidFill>
                  <a:schemeClr val="accent1"/>
                </a:solidFill>
              </a:rPr>
              <a:t>Observation 2</a:t>
            </a:r>
            <a:endParaRPr b="1" sz="1300">
              <a:solidFill>
                <a:schemeClr val="accent1"/>
              </a:solidFill>
            </a:endParaRPr>
          </a:p>
          <a:p>
            <a:pPr indent="0" lvl="0" marL="0" rtl="0" algn="l">
              <a:lnSpc>
                <a:spcPct val="115000"/>
              </a:lnSpc>
              <a:spcBef>
                <a:spcPts val="1200"/>
              </a:spcBef>
              <a:spcAft>
                <a:spcPts val="1200"/>
              </a:spcAft>
              <a:buNone/>
            </a:pPr>
            <a:r>
              <a:rPr b="1" lang="en" sz="1100">
                <a:solidFill>
                  <a:schemeClr val="accent1"/>
                </a:solidFill>
              </a:rPr>
              <a:t>At the same time, the chart is more effective for showing broad proportions than precise comparison. A donut chart is visually strong when one category clearly dominates, but it becomes less effective when users need to compare categories accurately or when more categories are added. A ranked bar chart could make detailed comparison easier.</a:t>
            </a:r>
            <a:endParaRPr b="1" sz="1100">
              <a:solidFill>
                <a:schemeClr val="accen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pic>
        <p:nvPicPr>
          <p:cNvPr id="507" name="Google Shape;507;p77" title="6fdf37293f5300b2a7082305da6cc2b1.jpg"/>
          <p:cNvPicPr preferRelativeResize="0"/>
          <p:nvPr/>
        </p:nvPicPr>
        <p:blipFill>
          <a:blip r:embed="rId3">
            <a:alphaModFix/>
          </a:blip>
          <a:stretch>
            <a:fillRect/>
          </a:stretch>
        </p:blipFill>
        <p:spPr>
          <a:xfrm>
            <a:off x="3000000" y="164350"/>
            <a:ext cx="2088430" cy="4540452"/>
          </a:xfrm>
          <a:prstGeom prst="rect">
            <a:avLst/>
          </a:prstGeom>
          <a:noFill/>
          <a:ln>
            <a:noFill/>
          </a:ln>
        </p:spPr>
      </p:pic>
      <p:sp>
        <p:nvSpPr>
          <p:cNvPr id="508" name="Google Shape;508;p77"/>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9" name="Google Shape;509;p77"/>
          <p:cNvSpPr txBox="1"/>
          <p:nvPr/>
        </p:nvSpPr>
        <p:spPr>
          <a:xfrm>
            <a:off x="-70875" y="3281075"/>
            <a:ext cx="3109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Mini trend lines show direction quickly</a:t>
            </a:r>
            <a:endParaRPr b="1" sz="1100">
              <a:solidFill>
                <a:schemeClr val="dk1"/>
              </a:solidFill>
            </a:endParaRPr>
          </a:p>
        </p:txBody>
      </p:sp>
      <p:sp>
        <p:nvSpPr>
          <p:cNvPr id="510" name="Google Shape;510;p77"/>
          <p:cNvSpPr txBox="1"/>
          <p:nvPr/>
        </p:nvSpPr>
        <p:spPr>
          <a:xfrm>
            <a:off x="0" y="3807025"/>
            <a:ext cx="36429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accent1"/>
                </a:solidFill>
              </a:rPr>
              <a:t>Red and green rely heavily on color coding</a:t>
            </a:r>
            <a:endParaRPr b="1" sz="1100">
              <a:solidFill>
                <a:schemeClr val="accent1"/>
              </a:solidFill>
            </a:endParaRPr>
          </a:p>
          <a:p>
            <a:pPr indent="0" lvl="0" marL="0" rtl="0" algn="l">
              <a:spcBef>
                <a:spcPts val="0"/>
              </a:spcBef>
              <a:spcAft>
                <a:spcPts val="0"/>
              </a:spcAft>
              <a:buNone/>
            </a:pPr>
            <a:r>
              <a:t/>
            </a:r>
            <a:endParaRPr sz="1100">
              <a:solidFill>
                <a:schemeClr val="accent1"/>
              </a:solidFill>
            </a:endParaRPr>
          </a:p>
          <a:p>
            <a:pPr indent="0" lvl="0" marL="0" rtl="0" algn="l">
              <a:spcBef>
                <a:spcPts val="0"/>
              </a:spcBef>
              <a:spcAft>
                <a:spcPts val="0"/>
              </a:spcAft>
              <a:buNone/>
            </a:pPr>
            <a:r>
              <a:t/>
            </a:r>
            <a:endParaRPr sz="900">
              <a:solidFill>
                <a:schemeClr val="dk1"/>
              </a:solidFill>
              <a:latin typeface="Gowun Batang"/>
              <a:ea typeface="Gowun Batang"/>
              <a:cs typeface="Gowun Batang"/>
              <a:sym typeface="Gowun Batang"/>
            </a:endParaRPr>
          </a:p>
        </p:txBody>
      </p:sp>
      <p:sp>
        <p:nvSpPr>
          <p:cNvPr id="511" name="Google Shape;511;p77"/>
          <p:cNvSpPr/>
          <p:nvPr/>
        </p:nvSpPr>
        <p:spPr>
          <a:xfrm>
            <a:off x="1994225" y="2764800"/>
            <a:ext cx="365400" cy="256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wun Batang"/>
              <a:ea typeface="Gowun Batang"/>
              <a:cs typeface="Gowun Batang"/>
              <a:sym typeface="Gowun Batang"/>
            </a:endParaRPr>
          </a:p>
        </p:txBody>
      </p:sp>
      <p:sp>
        <p:nvSpPr>
          <p:cNvPr id="512" name="Google Shape;512;p77"/>
          <p:cNvSpPr txBox="1"/>
          <p:nvPr/>
        </p:nvSpPr>
        <p:spPr>
          <a:xfrm>
            <a:off x="0" y="4169475"/>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100">
                <a:solidFill>
                  <a:schemeClr val="accent1"/>
                </a:solidFill>
              </a:rPr>
              <a:t>May be difficult for colorblind users</a:t>
            </a:r>
            <a:endParaRPr b="1" sz="1100">
              <a:solidFill>
                <a:schemeClr val="accent1"/>
              </a:solidFill>
            </a:endParaRPr>
          </a:p>
        </p:txBody>
      </p:sp>
      <p:sp>
        <p:nvSpPr>
          <p:cNvPr id="513" name="Google Shape;513;p77"/>
          <p:cNvSpPr txBox="1"/>
          <p:nvPr/>
        </p:nvSpPr>
        <p:spPr>
          <a:xfrm>
            <a:off x="0" y="1656275"/>
            <a:ext cx="56865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900">
              <a:solidFill>
                <a:schemeClr val="dk1"/>
              </a:solidFill>
              <a:latin typeface="Gowun Batang"/>
              <a:ea typeface="Gowun Batang"/>
              <a:cs typeface="Gowun Batang"/>
              <a:sym typeface="Gowun Batang"/>
            </a:endParaRPr>
          </a:p>
        </p:txBody>
      </p:sp>
      <p:sp>
        <p:nvSpPr>
          <p:cNvPr id="514" name="Google Shape;514;p77"/>
          <p:cNvSpPr txBox="1"/>
          <p:nvPr/>
        </p:nvSpPr>
        <p:spPr>
          <a:xfrm>
            <a:off x="61500" y="1900900"/>
            <a:ext cx="3109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Designed for fast scanning</a:t>
            </a:r>
            <a:endParaRPr b="1" sz="1100">
              <a:solidFill>
                <a:schemeClr val="dk1"/>
              </a:solidFill>
            </a:endParaRPr>
          </a:p>
        </p:txBody>
      </p:sp>
      <p:sp>
        <p:nvSpPr>
          <p:cNvPr id="515" name="Google Shape;515;p77"/>
          <p:cNvSpPr txBox="1"/>
          <p:nvPr/>
        </p:nvSpPr>
        <p:spPr>
          <a:xfrm>
            <a:off x="61500" y="2716188"/>
            <a:ext cx="3109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No visible axis or scale</a:t>
            </a:r>
            <a:endParaRPr b="1" sz="1100">
              <a:solidFill>
                <a:schemeClr val="dk1"/>
              </a:solidFill>
            </a:endParaRPr>
          </a:p>
        </p:txBody>
      </p:sp>
      <p:sp>
        <p:nvSpPr>
          <p:cNvPr id="516" name="Google Shape;516;p77"/>
          <p:cNvSpPr/>
          <p:nvPr/>
        </p:nvSpPr>
        <p:spPr>
          <a:xfrm>
            <a:off x="1994225" y="1960900"/>
            <a:ext cx="503400" cy="354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wun Batang"/>
              <a:ea typeface="Gowun Batang"/>
              <a:cs typeface="Gowun Batang"/>
              <a:sym typeface="Gowun Batang"/>
            </a:endParaRPr>
          </a:p>
        </p:txBody>
      </p:sp>
      <p:sp>
        <p:nvSpPr>
          <p:cNvPr id="517" name="Google Shape;517;p77"/>
          <p:cNvSpPr/>
          <p:nvPr/>
        </p:nvSpPr>
        <p:spPr>
          <a:xfrm>
            <a:off x="2734650" y="3354621"/>
            <a:ext cx="1293300" cy="144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wun Batang"/>
              <a:ea typeface="Gowun Batang"/>
              <a:cs typeface="Gowun Batang"/>
              <a:sym typeface="Gowun Batang"/>
            </a:endParaRPr>
          </a:p>
        </p:txBody>
      </p:sp>
      <p:sp>
        <p:nvSpPr>
          <p:cNvPr id="518" name="Google Shape;518;p77"/>
          <p:cNvSpPr/>
          <p:nvPr/>
        </p:nvSpPr>
        <p:spPr>
          <a:xfrm>
            <a:off x="3038925" y="3912675"/>
            <a:ext cx="947700" cy="256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wun Batang"/>
              <a:ea typeface="Gowun Batang"/>
              <a:cs typeface="Gowun Batang"/>
              <a:sym typeface="Gowun Batang"/>
            </a:endParaRPr>
          </a:p>
        </p:txBody>
      </p:sp>
      <p:sp>
        <p:nvSpPr>
          <p:cNvPr id="519" name="Google Shape;519;p77"/>
          <p:cNvSpPr txBox="1"/>
          <p:nvPr/>
        </p:nvSpPr>
        <p:spPr>
          <a:xfrm>
            <a:off x="5350825" y="454125"/>
            <a:ext cx="3642900" cy="422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accent1"/>
                </a:solidFill>
              </a:rPr>
              <a:t>Observation 1</a:t>
            </a:r>
            <a:endParaRPr b="1" sz="1300">
              <a:solidFill>
                <a:schemeClr val="accent1"/>
              </a:solidFill>
            </a:endParaRPr>
          </a:p>
          <a:p>
            <a:pPr indent="0" lvl="0" marL="0" rtl="0" algn="l">
              <a:lnSpc>
                <a:spcPct val="115000"/>
              </a:lnSpc>
              <a:spcBef>
                <a:spcPts val="1200"/>
              </a:spcBef>
              <a:spcAft>
                <a:spcPts val="0"/>
              </a:spcAft>
              <a:buNone/>
            </a:pPr>
            <a:r>
              <a:rPr b="1" lang="en" sz="1100">
                <a:solidFill>
                  <a:schemeClr val="accent1"/>
                </a:solidFill>
              </a:rPr>
              <a:t>This visualization is designed for users who want to scan many stocks quickly. It communicates short-term movement through price, color, and mini trend lines, and it works well for fast comparison in a compact space. The intended audience seems to be users who already have some familiarity with financial apps and market tracking.</a:t>
            </a:r>
            <a:endParaRPr b="1" sz="1100">
              <a:solidFill>
                <a:schemeClr val="accent1"/>
              </a:solidFill>
            </a:endParaRPr>
          </a:p>
          <a:p>
            <a:pPr indent="0" lvl="0" marL="0" rtl="0" algn="l">
              <a:lnSpc>
                <a:spcPct val="115000"/>
              </a:lnSpc>
              <a:spcBef>
                <a:spcPts val="1400"/>
              </a:spcBef>
              <a:spcAft>
                <a:spcPts val="0"/>
              </a:spcAft>
              <a:buNone/>
            </a:pPr>
            <a:r>
              <a:rPr b="1" lang="en" sz="1300">
                <a:solidFill>
                  <a:schemeClr val="accent1"/>
                </a:solidFill>
              </a:rPr>
              <a:t>Observation 2</a:t>
            </a:r>
            <a:endParaRPr b="1" sz="1300">
              <a:solidFill>
                <a:schemeClr val="accent1"/>
              </a:solidFill>
            </a:endParaRPr>
          </a:p>
          <a:p>
            <a:pPr indent="0" lvl="0" marL="0" rtl="0" algn="l">
              <a:lnSpc>
                <a:spcPct val="115000"/>
              </a:lnSpc>
              <a:spcBef>
                <a:spcPts val="1200"/>
              </a:spcBef>
              <a:spcAft>
                <a:spcPts val="1200"/>
              </a:spcAft>
              <a:buNone/>
            </a:pPr>
            <a:r>
              <a:rPr b="1" lang="en" sz="1100">
                <a:solidFill>
                  <a:schemeClr val="accent1"/>
                </a:solidFill>
              </a:rPr>
              <a:t>However, the visualization is less accessible and less informative than it first appears. The small sparkline charts show general direction, but without a visible axis or scale, they can be easy to overinterpret. The strong reliance on red and green also creates an accessibility issue for some users with color vision limitations. A more accessible version could use symbols, clearer labels, or optional expanded charts for comparison.</a:t>
            </a:r>
            <a:endParaRPr b="1" sz="1100">
              <a:solidFill>
                <a:schemeClr val="accen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pic>
        <p:nvPicPr>
          <p:cNvPr id="524" name="Google Shape;524;p78" title="984312446459a5c59ccb1ad37eb709a8.jpg"/>
          <p:cNvPicPr preferRelativeResize="0"/>
          <p:nvPr/>
        </p:nvPicPr>
        <p:blipFill>
          <a:blip r:embed="rId3">
            <a:alphaModFix/>
          </a:blip>
          <a:stretch>
            <a:fillRect/>
          </a:stretch>
        </p:blipFill>
        <p:spPr>
          <a:xfrm>
            <a:off x="2917775" y="164350"/>
            <a:ext cx="2098500" cy="4562324"/>
          </a:xfrm>
          <a:prstGeom prst="rect">
            <a:avLst/>
          </a:prstGeom>
          <a:noFill/>
          <a:ln>
            <a:noFill/>
          </a:ln>
        </p:spPr>
      </p:pic>
      <p:sp>
        <p:nvSpPr>
          <p:cNvPr id="525" name="Google Shape;525;p78"/>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6" name="Google Shape;526;p78"/>
          <p:cNvSpPr txBox="1"/>
          <p:nvPr/>
        </p:nvSpPr>
        <p:spPr>
          <a:xfrm>
            <a:off x="330950" y="1081875"/>
            <a:ext cx="2142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Color and icons support fast decision-making</a:t>
            </a:r>
            <a:endParaRPr b="1" sz="1100">
              <a:solidFill>
                <a:schemeClr val="dk1"/>
              </a:solidFill>
            </a:endParaRPr>
          </a:p>
        </p:txBody>
      </p:sp>
      <p:sp>
        <p:nvSpPr>
          <p:cNvPr id="527" name="Google Shape;527;p78"/>
          <p:cNvSpPr txBox="1"/>
          <p:nvPr/>
        </p:nvSpPr>
        <p:spPr>
          <a:xfrm>
            <a:off x="72875" y="3657100"/>
            <a:ext cx="2887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accent1"/>
                </a:solidFill>
              </a:rPr>
              <a:t>Multiple travel modes add useful context</a:t>
            </a:r>
            <a:endParaRPr b="1" sz="1100">
              <a:solidFill>
                <a:schemeClr val="accent1"/>
              </a:solidFill>
            </a:endParaRPr>
          </a:p>
          <a:p>
            <a:pPr indent="0" lvl="0" marL="0" rtl="0" algn="l">
              <a:spcBef>
                <a:spcPts val="0"/>
              </a:spcBef>
              <a:spcAft>
                <a:spcPts val="0"/>
              </a:spcAft>
              <a:buNone/>
            </a:pPr>
            <a:r>
              <a:t/>
            </a:r>
            <a:endParaRPr sz="1100">
              <a:solidFill>
                <a:schemeClr val="accent1"/>
              </a:solidFill>
            </a:endParaRPr>
          </a:p>
          <a:p>
            <a:pPr indent="0" lvl="0" marL="0" rtl="0" algn="l">
              <a:spcBef>
                <a:spcPts val="0"/>
              </a:spcBef>
              <a:spcAft>
                <a:spcPts val="0"/>
              </a:spcAft>
              <a:buNone/>
            </a:pPr>
            <a:r>
              <a:t/>
            </a:r>
            <a:endParaRPr sz="900">
              <a:solidFill>
                <a:schemeClr val="dk1"/>
              </a:solidFill>
              <a:latin typeface="Gowun Batang"/>
              <a:ea typeface="Gowun Batang"/>
              <a:cs typeface="Gowun Batang"/>
              <a:sym typeface="Gowun Batang"/>
            </a:endParaRPr>
          </a:p>
        </p:txBody>
      </p:sp>
      <p:sp>
        <p:nvSpPr>
          <p:cNvPr id="528" name="Google Shape;528;p78"/>
          <p:cNvSpPr/>
          <p:nvPr/>
        </p:nvSpPr>
        <p:spPr>
          <a:xfrm>
            <a:off x="2315450" y="2378350"/>
            <a:ext cx="1332900" cy="256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wun Batang"/>
              <a:ea typeface="Gowun Batang"/>
              <a:cs typeface="Gowun Batang"/>
              <a:sym typeface="Gowun Batang"/>
            </a:endParaRPr>
          </a:p>
        </p:txBody>
      </p:sp>
      <p:sp>
        <p:nvSpPr>
          <p:cNvPr id="529" name="Google Shape;529;p78"/>
          <p:cNvSpPr txBox="1"/>
          <p:nvPr/>
        </p:nvSpPr>
        <p:spPr>
          <a:xfrm>
            <a:off x="330950" y="2245150"/>
            <a:ext cx="1984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Route and ETA are the first things users notice</a:t>
            </a:r>
            <a:endParaRPr b="1" sz="1100">
              <a:solidFill>
                <a:schemeClr val="dk1"/>
              </a:solidFill>
            </a:endParaRPr>
          </a:p>
        </p:txBody>
      </p:sp>
      <p:sp>
        <p:nvSpPr>
          <p:cNvPr id="530" name="Google Shape;530;p78"/>
          <p:cNvSpPr txBox="1"/>
          <p:nvPr/>
        </p:nvSpPr>
        <p:spPr>
          <a:xfrm>
            <a:off x="133075" y="2920975"/>
            <a:ext cx="2887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accent1"/>
                </a:solidFill>
              </a:rPr>
              <a:t>Many layers compete for attention</a:t>
            </a:r>
            <a:endParaRPr b="1" sz="1100">
              <a:solidFill>
                <a:schemeClr val="accent1"/>
              </a:solidFill>
            </a:endParaRPr>
          </a:p>
          <a:p>
            <a:pPr indent="0" lvl="0" marL="0" rtl="0" algn="l">
              <a:spcBef>
                <a:spcPts val="0"/>
              </a:spcBef>
              <a:spcAft>
                <a:spcPts val="0"/>
              </a:spcAft>
              <a:buNone/>
            </a:pPr>
            <a:r>
              <a:t/>
            </a:r>
            <a:endParaRPr sz="1100">
              <a:solidFill>
                <a:schemeClr val="accent1"/>
              </a:solidFill>
            </a:endParaRPr>
          </a:p>
          <a:p>
            <a:pPr indent="0" lvl="0" marL="0" rtl="0" algn="l">
              <a:spcBef>
                <a:spcPts val="0"/>
              </a:spcBef>
              <a:spcAft>
                <a:spcPts val="0"/>
              </a:spcAft>
              <a:buNone/>
            </a:pPr>
            <a:r>
              <a:t/>
            </a:r>
            <a:endParaRPr sz="900">
              <a:solidFill>
                <a:schemeClr val="dk1"/>
              </a:solidFill>
              <a:latin typeface="Gowun Batang"/>
              <a:ea typeface="Gowun Batang"/>
              <a:cs typeface="Gowun Batang"/>
              <a:sym typeface="Gowun Batang"/>
            </a:endParaRPr>
          </a:p>
        </p:txBody>
      </p:sp>
      <p:sp>
        <p:nvSpPr>
          <p:cNvPr id="531" name="Google Shape;531;p78"/>
          <p:cNvSpPr/>
          <p:nvPr/>
        </p:nvSpPr>
        <p:spPr>
          <a:xfrm>
            <a:off x="2517475" y="3011200"/>
            <a:ext cx="700800" cy="213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wun Batang"/>
              <a:ea typeface="Gowun Batang"/>
              <a:cs typeface="Gowun Batang"/>
              <a:sym typeface="Gowun Batang"/>
            </a:endParaRPr>
          </a:p>
        </p:txBody>
      </p:sp>
      <p:sp>
        <p:nvSpPr>
          <p:cNvPr id="532" name="Google Shape;532;p78"/>
          <p:cNvSpPr/>
          <p:nvPr/>
        </p:nvSpPr>
        <p:spPr>
          <a:xfrm rot="1222662">
            <a:off x="2428541" y="1488595"/>
            <a:ext cx="1455168" cy="324159"/>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wun Batang"/>
              <a:ea typeface="Gowun Batang"/>
              <a:cs typeface="Gowun Batang"/>
              <a:sym typeface="Gowun Batang"/>
            </a:endParaRPr>
          </a:p>
        </p:txBody>
      </p:sp>
      <p:sp>
        <p:nvSpPr>
          <p:cNvPr id="533" name="Google Shape;533;p78"/>
          <p:cNvSpPr/>
          <p:nvPr/>
        </p:nvSpPr>
        <p:spPr>
          <a:xfrm rot="-1944660">
            <a:off x="2963405" y="3568311"/>
            <a:ext cx="700761" cy="213891"/>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wun Batang"/>
              <a:ea typeface="Gowun Batang"/>
              <a:cs typeface="Gowun Batang"/>
              <a:sym typeface="Gowun Batang"/>
            </a:endParaRPr>
          </a:p>
        </p:txBody>
      </p:sp>
      <p:sp>
        <p:nvSpPr>
          <p:cNvPr id="534" name="Google Shape;534;p78"/>
          <p:cNvSpPr txBox="1"/>
          <p:nvPr/>
        </p:nvSpPr>
        <p:spPr>
          <a:xfrm>
            <a:off x="5460500" y="493000"/>
            <a:ext cx="3468600" cy="402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accent1"/>
                </a:solidFill>
              </a:rPr>
              <a:t>Observation 1</a:t>
            </a:r>
            <a:endParaRPr b="1" sz="1300">
              <a:solidFill>
                <a:schemeClr val="accent1"/>
              </a:solidFill>
            </a:endParaRPr>
          </a:p>
          <a:p>
            <a:pPr indent="0" lvl="0" marL="0" rtl="0" algn="l">
              <a:lnSpc>
                <a:spcPct val="115000"/>
              </a:lnSpc>
              <a:spcBef>
                <a:spcPts val="1200"/>
              </a:spcBef>
              <a:spcAft>
                <a:spcPts val="0"/>
              </a:spcAft>
              <a:buNone/>
            </a:pPr>
            <a:r>
              <a:rPr b="1" lang="en" sz="1100">
                <a:solidFill>
                  <a:schemeClr val="accent1"/>
                </a:solidFill>
              </a:rPr>
              <a:t>This visualization is trying to answer a very practical question: which route should I take right now? It works well because the route, estimated travel time, and travel modes are all visible quickly. The map uses color, icons, and layout effectively to support immediate decision-making.</a:t>
            </a:r>
            <a:endParaRPr b="1" sz="1100">
              <a:solidFill>
                <a:schemeClr val="accent1"/>
              </a:solidFill>
            </a:endParaRPr>
          </a:p>
          <a:p>
            <a:pPr indent="0" lvl="0" marL="0" rtl="0" algn="l">
              <a:lnSpc>
                <a:spcPct val="115000"/>
              </a:lnSpc>
              <a:spcBef>
                <a:spcPts val="1400"/>
              </a:spcBef>
              <a:spcAft>
                <a:spcPts val="0"/>
              </a:spcAft>
              <a:buNone/>
            </a:pPr>
            <a:r>
              <a:rPr b="1" lang="en" sz="1300">
                <a:solidFill>
                  <a:schemeClr val="accent1"/>
                </a:solidFill>
              </a:rPr>
              <a:t>Observation 2</a:t>
            </a:r>
            <a:endParaRPr b="1" sz="1300">
              <a:solidFill>
                <a:schemeClr val="accent1"/>
              </a:solidFill>
            </a:endParaRPr>
          </a:p>
          <a:p>
            <a:pPr indent="0" lvl="0" marL="0" rtl="0" algn="l">
              <a:lnSpc>
                <a:spcPct val="115000"/>
              </a:lnSpc>
              <a:spcBef>
                <a:spcPts val="1200"/>
              </a:spcBef>
              <a:spcAft>
                <a:spcPts val="1200"/>
              </a:spcAft>
              <a:buNone/>
            </a:pPr>
            <a:r>
              <a:rPr b="1" lang="en" sz="1100">
                <a:solidFill>
                  <a:schemeClr val="accent1"/>
                </a:solidFill>
              </a:rPr>
              <a:t>At the same time, the screen is visually crowded. The route line, travel time, transportation options, map labels, buttons, and descriptive text all compete for attention on a small mobile display. This design is useful, but it depends heavily on visual hierarchy to stay readable. A cleaner version might hide secondary details until the user taps for more information.</a:t>
            </a:r>
            <a:endParaRPr b="1" sz="1100">
              <a:solidFill>
                <a:schemeClr val="accen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79"/>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0" name="Google Shape;540;p79"/>
          <p:cNvSpPr txBox="1"/>
          <p:nvPr>
            <p:ph type="title"/>
          </p:nvPr>
        </p:nvSpPr>
        <p:spPr>
          <a:xfrm>
            <a:off x="228600" y="421050"/>
            <a:ext cx="8686800" cy="8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 3: Sketching &amp; Iterating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80"/>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46" name="Google Shape;546;p80" title="IMG_2058.PNG"/>
          <p:cNvPicPr preferRelativeResize="0"/>
          <p:nvPr/>
        </p:nvPicPr>
        <p:blipFill>
          <a:blip r:embed="rId3">
            <a:alphaModFix/>
          </a:blip>
          <a:stretch>
            <a:fillRect/>
          </a:stretch>
        </p:blipFill>
        <p:spPr>
          <a:xfrm>
            <a:off x="1315049" y="471400"/>
            <a:ext cx="6011899" cy="4200701"/>
          </a:xfrm>
          <a:prstGeom prst="rect">
            <a:avLst/>
          </a:prstGeom>
          <a:noFill/>
          <a:ln>
            <a:noFill/>
          </a:ln>
        </p:spPr>
      </p:pic>
      <p:sp>
        <p:nvSpPr>
          <p:cNvPr id="547" name="Google Shape;547;p80"/>
          <p:cNvSpPr txBox="1"/>
          <p:nvPr/>
        </p:nvSpPr>
        <p:spPr>
          <a:xfrm>
            <a:off x="93300" y="1590475"/>
            <a:ext cx="2280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rPr>
              <a:t>Answers the question quickly</a:t>
            </a:r>
            <a:endParaRPr b="1" sz="1200">
              <a:solidFill>
                <a:schemeClr val="dk1"/>
              </a:solidFill>
            </a:endParaRPr>
          </a:p>
        </p:txBody>
      </p:sp>
      <p:sp>
        <p:nvSpPr>
          <p:cNvPr id="548" name="Google Shape;548;p80"/>
          <p:cNvSpPr txBox="1"/>
          <p:nvPr/>
        </p:nvSpPr>
        <p:spPr>
          <a:xfrm>
            <a:off x="93300" y="2144575"/>
            <a:ext cx="2280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rPr>
              <a:t>Bars make comparison easier</a:t>
            </a:r>
            <a:endParaRPr b="1" sz="1200">
              <a:solidFill>
                <a:schemeClr val="dk1"/>
              </a:solidFill>
            </a:endParaRPr>
          </a:p>
        </p:txBody>
      </p:sp>
      <p:sp>
        <p:nvSpPr>
          <p:cNvPr id="549" name="Google Shape;549;p80"/>
          <p:cNvSpPr txBox="1"/>
          <p:nvPr/>
        </p:nvSpPr>
        <p:spPr>
          <a:xfrm>
            <a:off x="93300" y="2923863"/>
            <a:ext cx="2280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rPr>
              <a:t>Works better if more categories are added</a:t>
            </a:r>
            <a:endParaRPr b="1" sz="1200">
              <a:solidFill>
                <a:schemeClr val="dk1"/>
              </a:solidFill>
            </a:endParaRPr>
          </a:p>
        </p:txBody>
      </p:sp>
      <p:sp>
        <p:nvSpPr>
          <p:cNvPr id="550" name="Google Shape;550;p80"/>
          <p:cNvSpPr txBox="1"/>
          <p:nvPr/>
        </p:nvSpPr>
        <p:spPr>
          <a:xfrm>
            <a:off x="6770100" y="1412150"/>
            <a:ext cx="22806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accent1"/>
              </a:buClr>
              <a:buSzPts val="1100"/>
              <a:buFont typeface="Arial"/>
              <a:buNone/>
            </a:pPr>
            <a:r>
              <a:rPr b="1" lang="en" sz="1100">
                <a:solidFill>
                  <a:schemeClr val="accent1"/>
                </a:solidFill>
              </a:rPr>
              <a:t>Audience:</a:t>
            </a:r>
            <a:r>
              <a:rPr lang="en" sz="1100">
                <a:solidFill>
                  <a:schemeClr val="accent1"/>
                </a:solidFill>
              </a:rPr>
              <a:t> Everyday banking app users who want a fast summary of where their money went.</a:t>
            </a:r>
            <a:endParaRPr sz="1100">
              <a:solidFill>
                <a:schemeClr val="accent1"/>
              </a:solidFill>
            </a:endParaRPr>
          </a:p>
          <a:p>
            <a:pPr indent="0" lvl="0" marL="0" rtl="0" algn="l">
              <a:spcBef>
                <a:spcPts val="0"/>
              </a:spcBef>
              <a:spcAft>
                <a:spcPts val="0"/>
              </a:spcAft>
              <a:buClr>
                <a:schemeClr val="accent1"/>
              </a:buClr>
              <a:buSzPts val="1100"/>
              <a:buFont typeface="Arial"/>
              <a:buNone/>
            </a:pPr>
            <a:r>
              <a:rPr b="1" lang="en" sz="1100">
                <a:solidFill>
                  <a:schemeClr val="accent1"/>
                </a:solidFill>
              </a:rPr>
              <a:t>Question answered:</a:t>
            </a:r>
            <a:r>
              <a:rPr lang="en" sz="1100">
                <a:solidFill>
                  <a:schemeClr val="accent1"/>
                </a:solidFill>
              </a:rPr>
              <a:t> Which spending category took the largest share this month?</a:t>
            </a:r>
            <a:endParaRPr sz="1100">
              <a:solidFill>
                <a:schemeClr val="accent1"/>
              </a:solidFill>
            </a:endParaRPr>
          </a:p>
          <a:p>
            <a:pPr indent="0" lvl="0" marL="0" rtl="0" algn="l">
              <a:spcBef>
                <a:spcPts val="0"/>
              </a:spcBef>
              <a:spcAft>
                <a:spcPts val="0"/>
              </a:spcAft>
              <a:buClr>
                <a:schemeClr val="accent1"/>
              </a:buClr>
              <a:buSzPts val="1100"/>
              <a:buFont typeface="Arial"/>
              <a:buNone/>
            </a:pPr>
            <a:r>
              <a:rPr b="1" lang="en" sz="1100">
                <a:solidFill>
                  <a:schemeClr val="accent1"/>
                </a:solidFill>
              </a:rPr>
              <a:t>What works better now:</a:t>
            </a:r>
            <a:r>
              <a:rPr lang="en" sz="1100">
                <a:solidFill>
                  <a:schemeClr val="accent1"/>
                </a:solidFill>
              </a:rPr>
              <a:t> The largest category stands out immediately, and the comparison is more precise.</a:t>
            </a:r>
            <a:endParaRPr sz="1100">
              <a:solidFill>
                <a:schemeClr val="accent1"/>
              </a:solidFill>
            </a:endParaRPr>
          </a:p>
          <a:p>
            <a:pPr indent="0" lvl="0" marL="0" rtl="0" algn="l">
              <a:spcBef>
                <a:spcPts val="0"/>
              </a:spcBef>
              <a:spcAft>
                <a:spcPts val="0"/>
              </a:spcAft>
              <a:buClr>
                <a:schemeClr val="accent1"/>
              </a:buClr>
              <a:buSzPts val="1100"/>
              <a:buFont typeface="Arial"/>
              <a:buNone/>
            </a:pPr>
            <a:r>
              <a:rPr b="1" lang="en" sz="1100">
                <a:solidFill>
                  <a:schemeClr val="accent1"/>
                </a:solidFill>
              </a:rPr>
              <a:t>Accessibility:</a:t>
            </a:r>
            <a:r>
              <a:rPr lang="en" sz="1100">
                <a:solidFill>
                  <a:schemeClr val="accent1"/>
                </a:solidFill>
              </a:rPr>
              <a:t> The design uses labels and values, not color alone.</a:t>
            </a:r>
            <a:endParaRPr sz="1100">
              <a:solidFill>
                <a:schemeClr val="accent1"/>
              </a:solidFill>
            </a:endParaRPr>
          </a:p>
          <a:p>
            <a:pPr indent="0" lvl="0" marL="0" rtl="0" algn="l">
              <a:spcBef>
                <a:spcPts val="0"/>
              </a:spcBef>
              <a:spcAft>
                <a:spcPts val="0"/>
              </a:spcAft>
              <a:buNone/>
            </a:pPr>
            <a:r>
              <a:rPr b="1" lang="en" sz="1100">
                <a:solidFill>
                  <a:schemeClr val="accent1"/>
                </a:solidFill>
              </a:rPr>
              <a:t>Why this is stronger:</a:t>
            </a:r>
            <a:r>
              <a:rPr lang="en" sz="1100">
                <a:solidFill>
                  <a:schemeClr val="accent1"/>
                </a:solidFill>
              </a:rPr>
              <a:t> It reduces visual clutter and supports clearer comparison.</a:t>
            </a:r>
            <a:endParaRPr/>
          </a:p>
        </p:txBody>
      </p:sp>
      <p:sp>
        <p:nvSpPr>
          <p:cNvPr id="551" name="Google Shape;551;p80"/>
          <p:cNvSpPr/>
          <p:nvPr/>
        </p:nvSpPr>
        <p:spPr>
          <a:xfrm>
            <a:off x="2142450" y="1734175"/>
            <a:ext cx="345600" cy="266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wun Batang"/>
              <a:ea typeface="Gowun Batang"/>
              <a:cs typeface="Gowun Batang"/>
              <a:sym typeface="Gowun Batang"/>
            </a:endParaRPr>
          </a:p>
        </p:txBody>
      </p:sp>
      <p:sp>
        <p:nvSpPr>
          <p:cNvPr id="552" name="Google Shape;552;p80"/>
          <p:cNvSpPr/>
          <p:nvPr/>
        </p:nvSpPr>
        <p:spPr>
          <a:xfrm>
            <a:off x="1970275" y="2144575"/>
            <a:ext cx="799500" cy="266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wun Batang"/>
              <a:ea typeface="Gowun Batang"/>
              <a:cs typeface="Gowun Batang"/>
              <a:sym typeface="Gowun Batang"/>
            </a:endParaRPr>
          </a:p>
        </p:txBody>
      </p:sp>
      <p:sp>
        <p:nvSpPr>
          <p:cNvPr id="553" name="Google Shape;553;p80"/>
          <p:cNvSpPr/>
          <p:nvPr/>
        </p:nvSpPr>
        <p:spPr>
          <a:xfrm>
            <a:off x="1792575" y="3067563"/>
            <a:ext cx="478200" cy="266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wun Batang"/>
              <a:ea typeface="Gowun Batang"/>
              <a:cs typeface="Gowun Batang"/>
              <a:sym typeface="Gowun Batang"/>
            </a:endParaRPr>
          </a:p>
        </p:txBody>
      </p:sp>
      <p:sp>
        <p:nvSpPr>
          <p:cNvPr id="554" name="Google Shape;554;p80"/>
          <p:cNvSpPr txBox="1"/>
          <p:nvPr/>
        </p:nvSpPr>
        <p:spPr>
          <a:xfrm>
            <a:off x="93300" y="3578738"/>
            <a:ext cx="2280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rPr>
              <a:t>More scalable</a:t>
            </a:r>
            <a:endParaRPr b="1" sz="1200">
              <a:solidFill>
                <a:schemeClr val="dk1"/>
              </a:solidFill>
            </a:endParaRPr>
          </a:p>
        </p:txBody>
      </p:sp>
      <p:sp>
        <p:nvSpPr>
          <p:cNvPr id="555" name="Google Shape;555;p80"/>
          <p:cNvSpPr txBox="1"/>
          <p:nvPr>
            <p:ph idx="1" type="body"/>
          </p:nvPr>
        </p:nvSpPr>
        <p:spPr>
          <a:xfrm>
            <a:off x="93300" y="55750"/>
            <a:ext cx="4105500" cy="6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300"/>
              <a:t>Annotated Sketch</a:t>
            </a:r>
            <a:endParaRPr b="1" sz="23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81"/>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1" name="Google Shape;561;p81"/>
          <p:cNvSpPr txBox="1"/>
          <p:nvPr/>
        </p:nvSpPr>
        <p:spPr>
          <a:xfrm>
            <a:off x="1215275" y="1048275"/>
            <a:ext cx="65160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For the redesigning, I change the donut chart to a horizontal bar chart. The original image is visually simple and easy to browse, but it is better at showing the overall proportion rather than precise comparison. I hope the new version can answer the core questions more clearly. For instance, where did most of the expenses this month go? By using bar charts, I made the differences between various categories easier to compare. It also makes the core information more intuitive.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think this version works better because it is more concise, clean and more practical. Users can quickly see which category costs the largest proportion. And the exact figures are directly displayed rather than inferred through circular Outlines. Furthermore, as the new design not only relies on color but also provides more accurate information. Even if more categories are added, this format will still remain clear and easy to read. Overall, the new design is better than the original one.</a:t>
            </a:r>
            <a:endParaRPr/>
          </a:p>
        </p:txBody>
      </p:sp>
      <p:sp>
        <p:nvSpPr>
          <p:cNvPr id="562" name="Google Shape;562;p81"/>
          <p:cNvSpPr txBox="1"/>
          <p:nvPr>
            <p:ph idx="4294967295" type="body"/>
          </p:nvPr>
        </p:nvSpPr>
        <p:spPr>
          <a:xfrm>
            <a:off x="287825" y="164350"/>
            <a:ext cx="4105500" cy="6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300"/>
              <a:t>Why My Redesign Is Better</a:t>
            </a:r>
            <a:endParaRPr b="1" sz="23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rtfolio">
  <a:themeElements>
    <a:clrScheme name="Simple Light">
      <a:dk1>
        <a:srgbClr val="133817"/>
      </a:dk1>
      <a:lt1>
        <a:srgbClr val="E9EBE8"/>
      </a:lt1>
      <a:dk2>
        <a:srgbClr val="C2C7C0"/>
      </a:dk2>
      <a:lt2>
        <a:srgbClr val="EE7630"/>
      </a:lt2>
      <a:accent1>
        <a:srgbClr val="000000"/>
      </a:accent1>
      <a:accent2>
        <a:srgbClr val="931F1D"/>
      </a:accent2>
      <a:accent3>
        <a:srgbClr val="4F7CAC"/>
      </a:accent3>
      <a:accent4>
        <a:srgbClr val="C287E8"/>
      </a:accent4>
      <a:accent5>
        <a:srgbClr val="563635"/>
      </a:accent5>
      <a:accent6>
        <a:srgbClr val="63A46C"/>
      </a:accent6>
      <a:hlink>
        <a:srgbClr val="B7440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